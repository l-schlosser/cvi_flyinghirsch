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8"/>
  </p:notesMasterIdLst>
  <p:sldIdLst>
    <p:sldId id="256" r:id="rId5"/>
    <p:sldId id="258" r:id="rId6"/>
    <p:sldId id="260" r:id="rId7"/>
    <p:sldId id="263" r:id="rId8"/>
    <p:sldId id="277" r:id="rId9"/>
    <p:sldId id="278" r:id="rId10"/>
    <p:sldId id="279" r:id="rId11"/>
    <p:sldId id="281" r:id="rId12"/>
    <p:sldId id="268" r:id="rId13"/>
    <p:sldId id="274" r:id="rId14"/>
    <p:sldId id="280" r:id="rId15"/>
    <p:sldId id="282" r:id="rId16"/>
    <p:sldId id="269" r:id="rId17"/>
    <p:sldId id="257" r:id="rId18"/>
    <p:sldId id="283" r:id="rId19"/>
    <p:sldId id="270" r:id="rId20"/>
    <p:sldId id="284" r:id="rId21"/>
    <p:sldId id="271" r:id="rId22"/>
    <p:sldId id="285" r:id="rId23"/>
    <p:sldId id="272" r:id="rId24"/>
    <p:sldId id="264" r:id="rId25"/>
    <p:sldId id="286" r:id="rId26"/>
    <p:sldId id="259" r:id="rId27"/>
  </p:sldIdLst>
  <p:sldSz cx="12192000" cy="6858000"/>
  <p:notesSz cx="6858000" cy="9144000"/>
  <p:defaultTextStyle>
    <a:defPPr>
      <a:defRPr lang="en-A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8B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26CF146-8BD0-4EE6-854D-8CB79D04901E}" v="113" dt="2026-06-14T17:28:00.7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99" d="100"/>
          <a:sy n="99" d="100"/>
        </p:scale>
        <p:origin x="90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DDEB63E-A3D7-46BB-A8A2-60C9143621F2}" type="doc">
      <dgm:prSet loTypeId="urn:microsoft.com/office/officeart/2016/7/layout/BasicLinearProcessNumbered" loCatId="process" qsTypeId="urn:microsoft.com/office/officeart/2005/8/quickstyle/simple2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C2A64A24-8DD0-4E15-B4FD-EF94AD745F49}">
      <dgm:prSet/>
      <dgm:spPr/>
      <dgm:t>
        <a:bodyPr/>
        <a:lstStyle/>
        <a:p>
          <a:r>
            <a:rPr lang="en-GB" dirty="0"/>
            <a:t>Take the raw dataset -&gt; MAP: 2%</a:t>
          </a:r>
          <a:endParaRPr lang="en-US" dirty="0"/>
        </a:p>
      </dgm:t>
    </dgm:pt>
    <dgm:pt modelId="{B74729A8-3F8B-4752-982E-D81582694CBA}" type="parTrans" cxnId="{969FD049-6B9C-4633-9B64-7B3972C2D448}">
      <dgm:prSet/>
      <dgm:spPr/>
      <dgm:t>
        <a:bodyPr/>
        <a:lstStyle/>
        <a:p>
          <a:endParaRPr lang="en-US"/>
        </a:p>
      </dgm:t>
    </dgm:pt>
    <dgm:pt modelId="{714B32DC-784B-4D53-91EB-6F9AB4864D51}" type="sibTrans" cxnId="{969FD049-6B9C-4633-9B64-7B3972C2D448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3D48D8F7-BD89-4343-B6D9-7EA2499DFE77}">
      <dgm:prSet/>
      <dgm:spPr/>
      <dgm:t>
        <a:bodyPr/>
        <a:lstStyle/>
        <a:p>
          <a:r>
            <a:rPr lang="en-GB" dirty="0"/>
            <a:t>Preprocess and take yolo26 Model -&gt;3,5 %</a:t>
          </a:r>
          <a:endParaRPr lang="en-US" dirty="0"/>
        </a:p>
      </dgm:t>
    </dgm:pt>
    <dgm:pt modelId="{56A02232-AC7F-49BD-B9F7-49379EEF9490}" type="parTrans" cxnId="{1E65CE79-0D57-4141-BAAD-0D92F170763C}">
      <dgm:prSet/>
      <dgm:spPr/>
      <dgm:t>
        <a:bodyPr/>
        <a:lstStyle/>
        <a:p>
          <a:endParaRPr lang="en-US"/>
        </a:p>
      </dgm:t>
    </dgm:pt>
    <dgm:pt modelId="{8C13E437-8176-467F-AFF2-A858A5606CE1}" type="sibTrans" cxnId="{1E65CE79-0D57-4141-BAAD-0D92F170763C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D803103C-A9B9-41E8-B07F-29A0503C910E}">
      <dgm:prSet/>
      <dgm:spPr/>
      <dgm:t>
        <a:bodyPr/>
        <a:lstStyle/>
        <a:p>
          <a:r>
            <a:rPr lang="en-GB" dirty="0"/>
            <a:t>Remove blurry images -&gt; 6 %</a:t>
          </a:r>
          <a:endParaRPr lang="en-US" dirty="0"/>
        </a:p>
      </dgm:t>
    </dgm:pt>
    <dgm:pt modelId="{485BB43B-039F-469A-BB67-53D3C1E9D6A1}" type="parTrans" cxnId="{12C53AB2-9EAA-4D8D-94FD-64C1F58170F3}">
      <dgm:prSet/>
      <dgm:spPr/>
      <dgm:t>
        <a:bodyPr/>
        <a:lstStyle/>
        <a:p>
          <a:endParaRPr lang="en-US"/>
        </a:p>
      </dgm:t>
    </dgm:pt>
    <dgm:pt modelId="{D9D0E618-1D96-4FB9-906E-59B14B56373B}" type="sibTrans" cxnId="{12C53AB2-9EAA-4D8D-94FD-64C1F58170F3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B1284C19-79CA-405D-835B-4350391299ED}">
      <dgm:prSet/>
      <dgm:spPr/>
      <dgm:t>
        <a:bodyPr/>
        <a:lstStyle/>
        <a:p>
          <a:r>
            <a:rPr lang="en-GB" dirty="0"/>
            <a:t>Limit to classes with enough data (8 classes) -&gt; 8%</a:t>
          </a:r>
          <a:endParaRPr lang="en-US" dirty="0"/>
        </a:p>
      </dgm:t>
    </dgm:pt>
    <dgm:pt modelId="{BB106A8F-0018-4129-95EC-A4A4CF924F6E}" type="parTrans" cxnId="{7748CE65-095B-44E7-88AC-9E1A20CB06AC}">
      <dgm:prSet/>
      <dgm:spPr/>
      <dgm:t>
        <a:bodyPr/>
        <a:lstStyle/>
        <a:p>
          <a:endParaRPr lang="en-US"/>
        </a:p>
      </dgm:t>
    </dgm:pt>
    <dgm:pt modelId="{AF933676-7ADA-4FD2-A772-A5D514EDF941}" type="sibTrans" cxnId="{7748CE65-095B-44E7-88AC-9E1A20CB06AC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4A640F4F-EE05-466D-AE47-F42A0530632C}">
      <dgm:prSet/>
      <dgm:spPr/>
      <dgm:t>
        <a:bodyPr/>
        <a:lstStyle/>
        <a:p>
          <a:r>
            <a:rPr lang="en-GB" dirty="0"/>
            <a:t>Only take 1 class (animal or no animal) </a:t>
          </a:r>
        </a:p>
        <a:p>
          <a:r>
            <a:rPr lang="en-GB" dirty="0"/>
            <a:t>-&gt; 35%</a:t>
          </a:r>
          <a:endParaRPr lang="en-US" dirty="0"/>
        </a:p>
      </dgm:t>
    </dgm:pt>
    <dgm:pt modelId="{EE495604-A3AF-4C40-B321-F2615CEB19A9}" type="parTrans" cxnId="{FEAF08BA-9DFA-47B5-B29B-A068560CF4C4}">
      <dgm:prSet/>
      <dgm:spPr/>
      <dgm:t>
        <a:bodyPr/>
        <a:lstStyle/>
        <a:p>
          <a:endParaRPr lang="en-US"/>
        </a:p>
      </dgm:t>
    </dgm:pt>
    <dgm:pt modelId="{01A28558-6578-460C-9767-77580703E54E}" type="sibTrans" cxnId="{FEAF08BA-9DFA-47B5-B29B-A068560CF4C4}">
      <dgm:prSet phldrT="5" phldr="0"/>
      <dgm:spPr/>
      <dgm:t>
        <a:bodyPr/>
        <a:lstStyle/>
        <a:p>
          <a:r>
            <a:rPr lang="en-US"/>
            <a:t>5</a:t>
          </a:r>
        </a:p>
      </dgm:t>
    </dgm:pt>
    <dgm:pt modelId="{54F7395C-96CB-485E-B667-28D051A8735D}">
      <dgm:prSet/>
      <dgm:spPr/>
      <dgm:t>
        <a:bodyPr/>
        <a:lstStyle/>
        <a:p>
          <a:r>
            <a:rPr lang="en-GB"/>
            <a:t>Correct / Add/ Delete Annotations from all ~8k Train samples and 1k Val samples -&gt; ROBOFLOW -&gt; 66%</a:t>
          </a:r>
          <a:endParaRPr lang="en-US"/>
        </a:p>
      </dgm:t>
    </dgm:pt>
    <dgm:pt modelId="{5C70C3CC-D553-462B-A73E-43C514B8A494}" type="parTrans" cxnId="{071F69F2-FE29-4CF6-B499-1D1377F1585C}">
      <dgm:prSet/>
      <dgm:spPr/>
      <dgm:t>
        <a:bodyPr/>
        <a:lstStyle/>
        <a:p>
          <a:endParaRPr lang="en-US"/>
        </a:p>
      </dgm:t>
    </dgm:pt>
    <dgm:pt modelId="{E6889B81-D30B-46D6-BAC4-94A16CC49817}" type="sibTrans" cxnId="{071F69F2-FE29-4CF6-B499-1D1377F1585C}">
      <dgm:prSet phldrT="6" phldr="0"/>
      <dgm:spPr/>
      <dgm:t>
        <a:bodyPr/>
        <a:lstStyle/>
        <a:p>
          <a:r>
            <a:rPr lang="en-US"/>
            <a:t>6</a:t>
          </a:r>
        </a:p>
      </dgm:t>
    </dgm:pt>
    <dgm:pt modelId="{04E8D98D-2148-4B08-8EEC-149317F38648}" type="pres">
      <dgm:prSet presAssocID="{7DDEB63E-A3D7-46BB-A8A2-60C9143621F2}" presName="Name0" presStyleCnt="0">
        <dgm:presLayoutVars>
          <dgm:animLvl val="lvl"/>
          <dgm:resizeHandles val="exact"/>
        </dgm:presLayoutVars>
      </dgm:prSet>
      <dgm:spPr/>
    </dgm:pt>
    <dgm:pt modelId="{C2E7A1F2-3C7B-42BF-840C-29A3C7D85251}" type="pres">
      <dgm:prSet presAssocID="{C2A64A24-8DD0-4E15-B4FD-EF94AD745F49}" presName="compositeNode" presStyleCnt="0">
        <dgm:presLayoutVars>
          <dgm:bulletEnabled val="1"/>
        </dgm:presLayoutVars>
      </dgm:prSet>
      <dgm:spPr/>
    </dgm:pt>
    <dgm:pt modelId="{5CC5ED91-1594-469C-B285-577021CBCEEB}" type="pres">
      <dgm:prSet presAssocID="{C2A64A24-8DD0-4E15-B4FD-EF94AD745F49}" presName="bgRect" presStyleLbl="bgAccFollowNode1" presStyleIdx="0" presStyleCnt="6"/>
      <dgm:spPr/>
    </dgm:pt>
    <dgm:pt modelId="{9C1633B5-4A82-4592-BF49-89DC770AF0CE}" type="pres">
      <dgm:prSet presAssocID="{714B32DC-784B-4D53-91EB-6F9AB4864D51}" presName="sibTransNodeCircle" presStyleLbl="alignNode1" presStyleIdx="0" presStyleCnt="12">
        <dgm:presLayoutVars>
          <dgm:chMax val="0"/>
          <dgm:bulletEnabled/>
        </dgm:presLayoutVars>
      </dgm:prSet>
      <dgm:spPr/>
    </dgm:pt>
    <dgm:pt modelId="{B137E7E6-55D9-43F9-BE82-4C70DDC21E3F}" type="pres">
      <dgm:prSet presAssocID="{C2A64A24-8DD0-4E15-B4FD-EF94AD745F49}" presName="bottomLine" presStyleLbl="alignNode1" presStyleIdx="1" presStyleCnt="12">
        <dgm:presLayoutVars/>
      </dgm:prSet>
      <dgm:spPr/>
    </dgm:pt>
    <dgm:pt modelId="{996EA1EC-FB6B-490D-B50C-2F3A2CEDCC90}" type="pres">
      <dgm:prSet presAssocID="{C2A64A24-8DD0-4E15-B4FD-EF94AD745F49}" presName="nodeText" presStyleLbl="bgAccFollowNode1" presStyleIdx="0" presStyleCnt="6">
        <dgm:presLayoutVars>
          <dgm:bulletEnabled val="1"/>
        </dgm:presLayoutVars>
      </dgm:prSet>
      <dgm:spPr/>
    </dgm:pt>
    <dgm:pt modelId="{60128DEC-009E-4D69-AA3D-672099C5122B}" type="pres">
      <dgm:prSet presAssocID="{714B32DC-784B-4D53-91EB-6F9AB4864D51}" presName="sibTrans" presStyleCnt="0"/>
      <dgm:spPr/>
    </dgm:pt>
    <dgm:pt modelId="{84354B8C-A610-43A2-A0BD-D2598BB1AEE5}" type="pres">
      <dgm:prSet presAssocID="{3D48D8F7-BD89-4343-B6D9-7EA2499DFE77}" presName="compositeNode" presStyleCnt="0">
        <dgm:presLayoutVars>
          <dgm:bulletEnabled val="1"/>
        </dgm:presLayoutVars>
      </dgm:prSet>
      <dgm:spPr/>
    </dgm:pt>
    <dgm:pt modelId="{9F0B02DA-7897-4C04-9695-8FCC8CC684B1}" type="pres">
      <dgm:prSet presAssocID="{3D48D8F7-BD89-4343-B6D9-7EA2499DFE77}" presName="bgRect" presStyleLbl="bgAccFollowNode1" presStyleIdx="1" presStyleCnt="6"/>
      <dgm:spPr/>
    </dgm:pt>
    <dgm:pt modelId="{E72570FE-1267-4BDF-A272-1DBB3A93C006}" type="pres">
      <dgm:prSet presAssocID="{8C13E437-8176-467F-AFF2-A858A5606CE1}" presName="sibTransNodeCircle" presStyleLbl="alignNode1" presStyleIdx="2" presStyleCnt="12">
        <dgm:presLayoutVars>
          <dgm:chMax val="0"/>
          <dgm:bulletEnabled/>
        </dgm:presLayoutVars>
      </dgm:prSet>
      <dgm:spPr/>
    </dgm:pt>
    <dgm:pt modelId="{BE412821-72D1-4870-B613-300843BC242A}" type="pres">
      <dgm:prSet presAssocID="{3D48D8F7-BD89-4343-B6D9-7EA2499DFE77}" presName="bottomLine" presStyleLbl="alignNode1" presStyleIdx="3" presStyleCnt="12">
        <dgm:presLayoutVars/>
      </dgm:prSet>
      <dgm:spPr/>
    </dgm:pt>
    <dgm:pt modelId="{30D7FBDF-CEA6-497B-B9D0-FB1C6D313D26}" type="pres">
      <dgm:prSet presAssocID="{3D48D8F7-BD89-4343-B6D9-7EA2499DFE77}" presName="nodeText" presStyleLbl="bgAccFollowNode1" presStyleIdx="1" presStyleCnt="6">
        <dgm:presLayoutVars>
          <dgm:bulletEnabled val="1"/>
        </dgm:presLayoutVars>
      </dgm:prSet>
      <dgm:spPr/>
    </dgm:pt>
    <dgm:pt modelId="{0B8843F6-852C-4498-A027-768EDD985F27}" type="pres">
      <dgm:prSet presAssocID="{8C13E437-8176-467F-AFF2-A858A5606CE1}" presName="sibTrans" presStyleCnt="0"/>
      <dgm:spPr/>
    </dgm:pt>
    <dgm:pt modelId="{C2B2AAF5-40FD-4A1B-A416-D5ED860F287C}" type="pres">
      <dgm:prSet presAssocID="{D803103C-A9B9-41E8-B07F-29A0503C910E}" presName="compositeNode" presStyleCnt="0">
        <dgm:presLayoutVars>
          <dgm:bulletEnabled val="1"/>
        </dgm:presLayoutVars>
      </dgm:prSet>
      <dgm:spPr/>
    </dgm:pt>
    <dgm:pt modelId="{39C56FDA-DC07-425B-A738-60CB8B456411}" type="pres">
      <dgm:prSet presAssocID="{D803103C-A9B9-41E8-B07F-29A0503C910E}" presName="bgRect" presStyleLbl="bgAccFollowNode1" presStyleIdx="2" presStyleCnt="6"/>
      <dgm:spPr/>
    </dgm:pt>
    <dgm:pt modelId="{824DBA6E-2E6A-4A99-B3E2-F2317956F616}" type="pres">
      <dgm:prSet presAssocID="{D9D0E618-1D96-4FB9-906E-59B14B56373B}" presName="sibTransNodeCircle" presStyleLbl="alignNode1" presStyleIdx="4" presStyleCnt="12">
        <dgm:presLayoutVars>
          <dgm:chMax val="0"/>
          <dgm:bulletEnabled/>
        </dgm:presLayoutVars>
      </dgm:prSet>
      <dgm:spPr/>
    </dgm:pt>
    <dgm:pt modelId="{36836F79-750C-4C31-8F1A-903A13181D95}" type="pres">
      <dgm:prSet presAssocID="{D803103C-A9B9-41E8-B07F-29A0503C910E}" presName="bottomLine" presStyleLbl="alignNode1" presStyleIdx="5" presStyleCnt="12">
        <dgm:presLayoutVars/>
      </dgm:prSet>
      <dgm:spPr/>
    </dgm:pt>
    <dgm:pt modelId="{BA8C8F29-63CC-4121-B503-35811EBC276C}" type="pres">
      <dgm:prSet presAssocID="{D803103C-A9B9-41E8-B07F-29A0503C910E}" presName="nodeText" presStyleLbl="bgAccFollowNode1" presStyleIdx="2" presStyleCnt="6">
        <dgm:presLayoutVars>
          <dgm:bulletEnabled val="1"/>
        </dgm:presLayoutVars>
      </dgm:prSet>
      <dgm:spPr/>
    </dgm:pt>
    <dgm:pt modelId="{1EA6F573-D2B1-4E84-90E9-E3D501A6C079}" type="pres">
      <dgm:prSet presAssocID="{D9D0E618-1D96-4FB9-906E-59B14B56373B}" presName="sibTrans" presStyleCnt="0"/>
      <dgm:spPr/>
    </dgm:pt>
    <dgm:pt modelId="{3A2486D9-4C44-4369-A9D0-3F5A6E610841}" type="pres">
      <dgm:prSet presAssocID="{B1284C19-79CA-405D-835B-4350391299ED}" presName="compositeNode" presStyleCnt="0">
        <dgm:presLayoutVars>
          <dgm:bulletEnabled val="1"/>
        </dgm:presLayoutVars>
      </dgm:prSet>
      <dgm:spPr/>
    </dgm:pt>
    <dgm:pt modelId="{FED6BB98-E9DD-42AE-9D42-9E00FEB4F023}" type="pres">
      <dgm:prSet presAssocID="{B1284C19-79CA-405D-835B-4350391299ED}" presName="bgRect" presStyleLbl="bgAccFollowNode1" presStyleIdx="3" presStyleCnt="6"/>
      <dgm:spPr/>
    </dgm:pt>
    <dgm:pt modelId="{A37A2E00-1A83-472A-8AEE-CAC4BC09B806}" type="pres">
      <dgm:prSet presAssocID="{AF933676-7ADA-4FD2-A772-A5D514EDF941}" presName="sibTransNodeCircle" presStyleLbl="alignNode1" presStyleIdx="6" presStyleCnt="12">
        <dgm:presLayoutVars>
          <dgm:chMax val="0"/>
          <dgm:bulletEnabled/>
        </dgm:presLayoutVars>
      </dgm:prSet>
      <dgm:spPr/>
    </dgm:pt>
    <dgm:pt modelId="{91F3D958-D578-4B07-9923-0492139E4BA3}" type="pres">
      <dgm:prSet presAssocID="{B1284C19-79CA-405D-835B-4350391299ED}" presName="bottomLine" presStyleLbl="alignNode1" presStyleIdx="7" presStyleCnt="12">
        <dgm:presLayoutVars/>
      </dgm:prSet>
      <dgm:spPr/>
    </dgm:pt>
    <dgm:pt modelId="{45F64445-FE0E-4F06-9F74-75227C6B3949}" type="pres">
      <dgm:prSet presAssocID="{B1284C19-79CA-405D-835B-4350391299ED}" presName="nodeText" presStyleLbl="bgAccFollowNode1" presStyleIdx="3" presStyleCnt="6">
        <dgm:presLayoutVars>
          <dgm:bulletEnabled val="1"/>
        </dgm:presLayoutVars>
      </dgm:prSet>
      <dgm:spPr/>
    </dgm:pt>
    <dgm:pt modelId="{B0C8F3DA-CDEF-46CE-9915-43BF3B0A23A9}" type="pres">
      <dgm:prSet presAssocID="{AF933676-7ADA-4FD2-A772-A5D514EDF941}" presName="sibTrans" presStyleCnt="0"/>
      <dgm:spPr/>
    </dgm:pt>
    <dgm:pt modelId="{814955B8-ECEA-4F96-BEEA-E1CC13CA0DA8}" type="pres">
      <dgm:prSet presAssocID="{4A640F4F-EE05-466D-AE47-F42A0530632C}" presName="compositeNode" presStyleCnt="0">
        <dgm:presLayoutVars>
          <dgm:bulletEnabled val="1"/>
        </dgm:presLayoutVars>
      </dgm:prSet>
      <dgm:spPr/>
    </dgm:pt>
    <dgm:pt modelId="{89883F39-BC52-4E2D-8DDE-DB1C32BFF77D}" type="pres">
      <dgm:prSet presAssocID="{4A640F4F-EE05-466D-AE47-F42A0530632C}" presName="bgRect" presStyleLbl="bgAccFollowNode1" presStyleIdx="4" presStyleCnt="6"/>
      <dgm:spPr/>
    </dgm:pt>
    <dgm:pt modelId="{2C27B766-390C-4D96-BC5A-3098C56ED480}" type="pres">
      <dgm:prSet presAssocID="{01A28558-6578-460C-9767-77580703E54E}" presName="sibTransNodeCircle" presStyleLbl="alignNode1" presStyleIdx="8" presStyleCnt="12">
        <dgm:presLayoutVars>
          <dgm:chMax val="0"/>
          <dgm:bulletEnabled/>
        </dgm:presLayoutVars>
      </dgm:prSet>
      <dgm:spPr/>
    </dgm:pt>
    <dgm:pt modelId="{519B30CF-9A00-4839-A907-ED3E9BDE75FD}" type="pres">
      <dgm:prSet presAssocID="{4A640F4F-EE05-466D-AE47-F42A0530632C}" presName="bottomLine" presStyleLbl="alignNode1" presStyleIdx="9" presStyleCnt="12">
        <dgm:presLayoutVars/>
      </dgm:prSet>
      <dgm:spPr/>
    </dgm:pt>
    <dgm:pt modelId="{1198C84B-C69C-4AB6-8DC9-10868BEEF727}" type="pres">
      <dgm:prSet presAssocID="{4A640F4F-EE05-466D-AE47-F42A0530632C}" presName="nodeText" presStyleLbl="bgAccFollowNode1" presStyleIdx="4" presStyleCnt="6">
        <dgm:presLayoutVars>
          <dgm:bulletEnabled val="1"/>
        </dgm:presLayoutVars>
      </dgm:prSet>
      <dgm:spPr/>
    </dgm:pt>
    <dgm:pt modelId="{8E3EA730-25B1-4843-848D-F13EC8102FE2}" type="pres">
      <dgm:prSet presAssocID="{01A28558-6578-460C-9767-77580703E54E}" presName="sibTrans" presStyleCnt="0"/>
      <dgm:spPr/>
    </dgm:pt>
    <dgm:pt modelId="{AE9AE3C6-602B-492E-A6FF-668B9C3EF797}" type="pres">
      <dgm:prSet presAssocID="{54F7395C-96CB-485E-B667-28D051A8735D}" presName="compositeNode" presStyleCnt="0">
        <dgm:presLayoutVars>
          <dgm:bulletEnabled val="1"/>
        </dgm:presLayoutVars>
      </dgm:prSet>
      <dgm:spPr/>
    </dgm:pt>
    <dgm:pt modelId="{0E9F1305-1C03-466C-BA15-898AA0F7AB86}" type="pres">
      <dgm:prSet presAssocID="{54F7395C-96CB-485E-B667-28D051A8735D}" presName="bgRect" presStyleLbl="bgAccFollowNode1" presStyleIdx="5" presStyleCnt="6"/>
      <dgm:spPr/>
    </dgm:pt>
    <dgm:pt modelId="{AB0EE749-79CD-47C8-B4EF-9E66A8840987}" type="pres">
      <dgm:prSet presAssocID="{E6889B81-D30B-46D6-BAC4-94A16CC49817}" presName="sibTransNodeCircle" presStyleLbl="alignNode1" presStyleIdx="10" presStyleCnt="12">
        <dgm:presLayoutVars>
          <dgm:chMax val="0"/>
          <dgm:bulletEnabled/>
        </dgm:presLayoutVars>
      </dgm:prSet>
      <dgm:spPr/>
    </dgm:pt>
    <dgm:pt modelId="{A639E6A8-6F6A-4980-A25A-800D4CF3C33B}" type="pres">
      <dgm:prSet presAssocID="{54F7395C-96CB-485E-B667-28D051A8735D}" presName="bottomLine" presStyleLbl="alignNode1" presStyleIdx="11" presStyleCnt="12">
        <dgm:presLayoutVars/>
      </dgm:prSet>
      <dgm:spPr/>
    </dgm:pt>
    <dgm:pt modelId="{1FD7197D-BFA4-4E67-8D03-39A197ADCDA4}" type="pres">
      <dgm:prSet presAssocID="{54F7395C-96CB-485E-B667-28D051A8735D}" presName="nodeText" presStyleLbl="bgAccFollowNode1" presStyleIdx="5" presStyleCnt="6">
        <dgm:presLayoutVars>
          <dgm:bulletEnabled val="1"/>
        </dgm:presLayoutVars>
      </dgm:prSet>
      <dgm:spPr/>
    </dgm:pt>
  </dgm:ptLst>
  <dgm:cxnLst>
    <dgm:cxn modelId="{4D7C8D02-EB63-448D-9058-B597F173DD27}" type="presOf" srcId="{01A28558-6578-460C-9767-77580703E54E}" destId="{2C27B766-390C-4D96-BC5A-3098C56ED480}" srcOrd="0" destOrd="0" presId="urn:microsoft.com/office/officeart/2016/7/layout/BasicLinearProcessNumbered"/>
    <dgm:cxn modelId="{7AE6D221-2B53-4430-A0C5-85C0EB62C92E}" type="presOf" srcId="{C2A64A24-8DD0-4E15-B4FD-EF94AD745F49}" destId="{5CC5ED91-1594-469C-B285-577021CBCEEB}" srcOrd="0" destOrd="0" presId="urn:microsoft.com/office/officeart/2016/7/layout/BasicLinearProcessNumbered"/>
    <dgm:cxn modelId="{9F37A738-2ED1-4D8F-AF0F-485C5249D75B}" type="presOf" srcId="{54F7395C-96CB-485E-B667-28D051A8735D}" destId="{0E9F1305-1C03-466C-BA15-898AA0F7AB86}" srcOrd="0" destOrd="0" presId="urn:microsoft.com/office/officeart/2016/7/layout/BasicLinearProcessNumbered"/>
    <dgm:cxn modelId="{2916FE5F-6DE8-48EC-B134-BFDFE7A2A0A0}" type="presOf" srcId="{8C13E437-8176-467F-AFF2-A858A5606CE1}" destId="{E72570FE-1267-4BDF-A272-1DBB3A93C006}" srcOrd="0" destOrd="0" presId="urn:microsoft.com/office/officeart/2016/7/layout/BasicLinearProcessNumbered"/>
    <dgm:cxn modelId="{7748CE65-095B-44E7-88AC-9E1A20CB06AC}" srcId="{7DDEB63E-A3D7-46BB-A8A2-60C9143621F2}" destId="{B1284C19-79CA-405D-835B-4350391299ED}" srcOrd="3" destOrd="0" parTransId="{BB106A8F-0018-4129-95EC-A4A4CF924F6E}" sibTransId="{AF933676-7ADA-4FD2-A772-A5D514EDF941}"/>
    <dgm:cxn modelId="{969FD049-6B9C-4633-9B64-7B3972C2D448}" srcId="{7DDEB63E-A3D7-46BB-A8A2-60C9143621F2}" destId="{C2A64A24-8DD0-4E15-B4FD-EF94AD745F49}" srcOrd="0" destOrd="0" parTransId="{B74729A8-3F8B-4752-982E-D81582694CBA}" sibTransId="{714B32DC-784B-4D53-91EB-6F9AB4864D51}"/>
    <dgm:cxn modelId="{D267D269-0939-499A-BD91-085632688BFD}" type="presOf" srcId="{D9D0E618-1D96-4FB9-906E-59B14B56373B}" destId="{824DBA6E-2E6A-4A99-B3E2-F2317956F616}" srcOrd="0" destOrd="0" presId="urn:microsoft.com/office/officeart/2016/7/layout/BasicLinearProcessNumbered"/>
    <dgm:cxn modelId="{DB573D4E-1630-49BC-A620-94E659D10304}" type="presOf" srcId="{4A640F4F-EE05-466D-AE47-F42A0530632C}" destId="{89883F39-BC52-4E2D-8DDE-DB1C32BFF77D}" srcOrd="0" destOrd="0" presId="urn:microsoft.com/office/officeart/2016/7/layout/BasicLinearProcessNumbered"/>
    <dgm:cxn modelId="{E623EB57-83D3-4F0C-B027-2B1C9F0A8CF7}" type="presOf" srcId="{4A640F4F-EE05-466D-AE47-F42A0530632C}" destId="{1198C84B-C69C-4AB6-8DC9-10868BEEF727}" srcOrd="1" destOrd="0" presId="urn:microsoft.com/office/officeart/2016/7/layout/BasicLinearProcessNumbered"/>
    <dgm:cxn modelId="{1E65CE79-0D57-4141-BAAD-0D92F170763C}" srcId="{7DDEB63E-A3D7-46BB-A8A2-60C9143621F2}" destId="{3D48D8F7-BD89-4343-B6D9-7EA2499DFE77}" srcOrd="1" destOrd="0" parTransId="{56A02232-AC7F-49BD-B9F7-49379EEF9490}" sibTransId="{8C13E437-8176-467F-AFF2-A858A5606CE1}"/>
    <dgm:cxn modelId="{0562F17C-BBB7-4F89-8423-D73303FD2B65}" type="presOf" srcId="{AF933676-7ADA-4FD2-A772-A5D514EDF941}" destId="{A37A2E00-1A83-472A-8AEE-CAC4BC09B806}" srcOrd="0" destOrd="0" presId="urn:microsoft.com/office/officeart/2016/7/layout/BasicLinearProcessNumbered"/>
    <dgm:cxn modelId="{389BD47D-8A60-4CBF-9B06-EADC2080E8B6}" type="presOf" srcId="{3D48D8F7-BD89-4343-B6D9-7EA2499DFE77}" destId="{9F0B02DA-7897-4C04-9695-8FCC8CC684B1}" srcOrd="0" destOrd="0" presId="urn:microsoft.com/office/officeart/2016/7/layout/BasicLinearProcessNumbered"/>
    <dgm:cxn modelId="{7D1D0B89-28CD-481E-93A4-C833D33143BD}" type="presOf" srcId="{C2A64A24-8DD0-4E15-B4FD-EF94AD745F49}" destId="{996EA1EC-FB6B-490D-B50C-2F3A2CEDCC90}" srcOrd="1" destOrd="0" presId="urn:microsoft.com/office/officeart/2016/7/layout/BasicLinearProcessNumbered"/>
    <dgm:cxn modelId="{B107F6A9-CCDA-4785-A40B-9B5E4F108E60}" type="presOf" srcId="{B1284C19-79CA-405D-835B-4350391299ED}" destId="{45F64445-FE0E-4F06-9F74-75227C6B3949}" srcOrd="1" destOrd="0" presId="urn:microsoft.com/office/officeart/2016/7/layout/BasicLinearProcessNumbered"/>
    <dgm:cxn modelId="{F2A167AB-0A80-4EAF-B30E-EF46F4C3CC5D}" type="presOf" srcId="{714B32DC-784B-4D53-91EB-6F9AB4864D51}" destId="{9C1633B5-4A82-4592-BF49-89DC770AF0CE}" srcOrd="0" destOrd="0" presId="urn:microsoft.com/office/officeart/2016/7/layout/BasicLinearProcessNumbered"/>
    <dgm:cxn modelId="{12C53AB2-9EAA-4D8D-94FD-64C1F58170F3}" srcId="{7DDEB63E-A3D7-46BB-A8A2-60C9143621F2}" destId="{D803103C-A9B9-41E8-B07F-29A0503C910E}" srcOrd="2" destOrd="0" parTransId="{485BB43B-039F-469A-BB67-53D3C1E9D6A1}" sibTransId="{D9D0E618-1D96-4FB9-906E-59B14B56373B}"/>
    <dgm:cxn modelId="{A3217AB6-5EE2-442A-A623-282758588D8B}" type="presOf" srcId="{D803103C-A9B9-41E8-B07F-29A0503C910E}" destId="{BA8C8F29-63CC-4121-B503-35811EBC276C}" srcOrd="1" destOrd="0" presId="urn:microsoft.com/office/officeart/2016/7/layout/BasicLinearProcessNumbered"/>
    <dgm:cxn modelId="{1A5D2CB8-CC89-4438-86E3-99DDC3936CF5}" type="presOf" srcId="{7DDEB63E-A3D7-46BB-A8A2-60C9143621F2}" destId="{04E8D98D-2148-4B08-8EEC-149317F38648}" srcOrd="0" destOrd="0" presId="urn:microsoft.com/office/officeart/2016/7/layout/BasicLinearProcessNumbered"/>
    <dgm:cxn modelId="{FEAF08BA-9DFA-47B5-B29B-A068560CF4C4}" srcId="{7DDEB63E-A3D7-46BB-A8A2-60C9143621F2}" destId="{4A640F4F-EE05-466D-AE47-F42A0530632C}" srcOrd="4" destOrd="0" parTransId="{EE495604-A3AF-4C40-B321-F2615CEB19A9}" sibTransId="{01A28558-6578-460C-9767-77580703E54E}"/>
    <dgm:cxn modelId="{36583BBE-EB7F-48A6-8459-F458C22A3742}" type="presOf" srcId="{B1284C19-79CA-405D-835B-4350391299ED}" destId="{FED6BB98-E9DD-42AE-9D42-9E00FEB4F023}" srcOrd="0" destOrd="0" presId="urn:microsoft.com/office/officeart/2016/7/layout/BasicLinearProcessNumbered"/>
    <dgm:cxn modelId="{F7D9EEC0-6FF9-48D8-B8D9-BC4DE461483F}" type="presOf" srcId="{54F7395C-96CB-485E-B667-28D051A8735D}" destId="{1FD7197D-BFA4-4E67-8D03-39A197ADCDA4}" srcOrd="1" destOrd="0" presId="urn:microsoft.com/office/officeart/2016/7/layout/BasicLinearProcessNumbered"/>
    <dgm:cxn modelId="{A842B1CC-A7FD-4D54-8485-118F92751571}" type="presOf" srcId="{E6889B81-D30B-46D6-BAC4-94A16CC49817}" destId="{AB0EE749-79CD-47C8-B4EF-9E66A8840987}" srcOrd="0" destOrd="0" presId="urn:microsoft.com/office/officeart/2016/7/layout/BasicLinearProcessNumbered"/>
    <dgm:cxn modelId="{98DD7AEE-9998-411F-9B4F-45AF239695B1}" type="presOf" srcId="{3D48D8F7-BD89-4343-B6D9-7EA2499DFE77}" destId="{30D7FBDF-CEA6-497B-B9D0-FB1C6D313D26}" srcOrd="1" destOrd="0" presId="urn:microsoft.com/office/officeart/2016/7/layout/BasicLinearProcessNumbered"/>
    <dgm:cxn modelId="{071F69F2-FE29-4CF6-B499-1D1377F1585C}" srcId="{7DDEB63E-A3D7-46BB-A8A2-60C9143621F2}" destId="{54F7395C-96CB-485E-B667-28D051A8735D}" srcOrd="5" destOrd="0" parTransId="{5C70C3CC-D553-462B-A73E-43C514B8A494}" sibTransId="{E6889B81-D30B-46D6-BAC4-94A16CC49817}"/>
    <dgm:cxn modelId="{76E680F4-FD58-4AB8-A6D2-C833AF5E9376}" type="presOf" srcId="{D803103C-A9B9-41E8-B07F-29A0503C910E}" destId="{39C56FDA-DC07-425B-A738-60CB8B456411}" srcOrd="0" destOrd="0" presId="urn:microsoft.com/office/officeart/2016/7/layout/BasicLinearProcessNumbered"/>
    <dgm:cxn modelId="{8F8A8ED1-28B6-458D-B6D4-B5560DDBDB37}" type="presParOf" srcId="{04E8D98D-2148-4B08-8EEC-149317F38648}" destId="{C2E7A1F2-3C7B-42BF-840C-29A3C7D85251}" srcOrd="0" destOrd="0" presId="urn:microsoft.com/office/officeart/2016/7/layout/BasicLinearProcessNumbered"/>
    <dgm:cxn modelId="{20FF12E8-DA4D-4473-B6D3-B462B0EDE8D3}" type="presParOf" srcId="{C2E7A1F2-3C7B-42BF-840C-29A3C7D85251}" destId="{5CC5ED91-1594-469C-B285-577021CBCEEB}" srcOrd="0" destOrd="0" presId="urn:microsoft.com/office/officeart/2016/7/layout/BasicLinearProcessNumbered"/>
    <dgm:cxn modelId="{7CEDEA5B-D960-4793-9233-F69225DF42CD}" type="presParOf" srcId="{C2E7A1F2-3C7B-42BF-840C-29A3C7D85251}" destId="{9C1633B5-4A82-4592-BF49-89DC770AF0CE}" srcOrd="1" destOrd="0" presId="urn:microsoft.com/office/officeart/2016/7/layout/BasicLinearProcessNumbered"/>
    <dgm:cxn modelId="{98180DCF-8C09-4ECF-B9A1-8C6B74B978E5}" type="presParOf" srcId="{C2E7A1F2-3C7B-42BF-840C-29A3C7D85251}" destId="{B137E7E6-55D9-43F9-BE82-4C70DDC21E3F}" srcOrd="2" destOrd="0" presId="urn:microsoft.com/office/officeart/2016/7/layout/BasicLinearProcessNumbered"/>
    <dgm:cxn modelId="{FBB77236-8368-4563-9A32-5E5CAD33EC32}" type="presParOf" srcId="{C2E7A1F2-3C7B-42BF-840C-29A3C7D85251}" destId="{996EA1EC-FB6B-490D-B50C-2F3A2CEDCC90}" srcOrd="3" destOrd="0" presId="urn:microsoft.com/office/officeart/2016/7/layout/BasicLinearProcessNumbered"/>
    <dgm:cxn modelId="{DD7C1A05-592D-4BE9-888F-54227E6940FE}" type="presParOf" srcId="{04E8D98D-2148-4B08-8EEC-149317F38648}" destId="{60128DEC-009E-4D69-AA3D-672099C5122B}" srcOrd="1" destOrd="0" presId="urn:microsoft.com/office/officeart/2016/7/layout/BasicLinearProcessNumbered"/>
    <dgm:cxn modelId="{EF6CF496-4103-405E-A8C0-F8E8FE4D3ED5}" type="presParOf" srcId="{04E8D98D-2148-4B08-8EEC-149317F38648}" destId="{84354B8C-A610-43A2-A0BD-D2598BB1AEE5}" srcOrd="2" destOrd="0" presId="urn:microsoft.com/office/officeart/2016/7/layout/BasicLinearProcessNumbered"/>
    <dgm:cxn modelId="{290050EF-E23F-4CC2-B95A-246B8D495866}" type="presParOf" srcId="{84354B8C-A610-43A2-A0BD-D2598BB1AEE5}" destId="{9F0B02DA-7897-4C04-9695-8FCC8CC684B1}" srcOrd="0" destOrd="0" presId="urn:microsoft.com/office/officeart/2016/7/layout/BasicLinearProcessNumbered"/>
    <dgm:cxn modelId="{98ED1D50-6215-4542-9475-DF05C8440AB1}" type="presParOf" srcId="{84354B8C-A610-43A2-A0BD-D2598BB1AEE5}" destId="{E72570FE-1267-4BDF-A272-1DBB3A93C006}" srcOrd="1" destOrd="0" presId="urn:microsoft.com/office/officeart/2016/7/layout/BasicLinearProcessNumbered"/>
    <dgm:cxn modelId="{E4B00A7A-78C4-4EBF-9EEF-C3F304E3CD55}" type="presParOf" srcId="{84354B8C-A610-43A2-A0BD-D2598BB1AEE5}" destId="{BE412821-72D1-4870-B613-300843BC242A}" srcOrd="2" destOrd="0" presId="urn:microsoft.com/office/officeart/2016/7/layout/BasicLinearProcessNumbered"/>
    <dgm:cxn modelId="{22FA1E2D-32F5-4481-BF95-A0C3536C5DCD}" type="presParOf" srcId="{84354B8C-A610-43A2-A0BD-D2598BB1AEE5}" destId="{30D7FBDF-CEA6-497B-B9D0-FB1C6D313D26}" srcOrd="3" destOrd="0" presId="urn:microsoft.com/office/officeart/2016/7/layout/BasicLinearProcessNumbered"/>
    <dgm:cxn modelId="{CEC39012-8401-4928-8C58-A9707D5D10CD}" type="presParOf" srcId="{04E8D98D-2148-4B08-8EEC-149317F38648}" destId="{0B8843F6-852C-4498-A027-768EDD985F27}" srcOrd="3" destOrd="0" presId="urn:microsoft.com/office/officeart/2016/7/layout/BasicLinearProcessNumbered"/>
    <dgm:cxn modelId="{A099B6DC-C058-48F1-BEF2-3E519A49F73E}" type="presParOf" srcId="{04E8D98D-2148-4B08-8EEC-149317F38648}" destId="{C2B2AAF5-40FD-4A1B-A416-D5ED860F287C}" srcOrd="4" destOrd="0" presId="urn:microsoft.com/office/officeart/2016/7/layout/BasicLinearProcessNumbered"/>
    <dgm:cxn modelId="{71D5AC8E-099C-46DF-A9E7-8788D42D2FA3}" type="presParOf" srcId="{C2B2AAF5-40FD-4A1B-A416-D5ED860F287C}" destId="{39C56FDA-DC07-425B-A738-60CB8B456411}" srcOrd="0" destOrd="0" presId="urn:microsoft.com/office/officeart/2016/7/layout/BasicLinearProcessNumbered"/>
    <dgm:cxn modelId="{3D55715F-FD7F-4DDB-A404-40800D90AB8B}" type="presParOf" srcId="{C2B2AAF5-40FD-4A1B-A416-D5ED860F287C}" destId="{824DBA6E-2E6A-4A99-B3E2-F2317956F616}" srcOrd="1" destOrd="0" presId="urn:microsoft.com/office/officeart/2016/7/layout/BasicLinearProcessNumbered"/>
    <dgm:cxn modelId="{DC838523-24EC-4C09-A1B0-F680FABA3A6D}" type="presParOf" srcId="{C2B2AAF5-40FD-4A1B-A416-D5ED860F287C}" destId="{36836F79-750C-4C31-8F1A-903A13181D95}" srcOrd="2" destOrd="0" presId="urn:microsoft.com/office/officeart/2016/7/layout/BasicLinearProcessNumbered"/>
    <dgm:cxn modelId="{BE7EB7BE-CB3D-4B44-87A2-1AB411F6008D}" type="presParOf" srcId="{C2B2AAF5-40FD-4A1B-A416-D5ED860F287C}" destId="{BA8C8F29-63CC-4121-B503-35811EBC276C}" srcOrd="3" destOrd="0" presId="urn:microsoft.com/office/officeart/2016/7/layout/BasicLinearProcessNumbered"/>
    <dgm:cxn modelId="{47DEA855-55CA-4006-9EC4-B7E98072501C}" type="presParOf" srcId="{04E8D98D-2148-4B08-8EEC-149317F38648}" destId="{1EA6F573-D2B1-4E84-90E9-E3D501A6C079}" srcOrd="5" destOrd="0" presId="urn:microsoft.com/office/officeart/2016/7/layout/BasicLinearProcessNumbered"/>
    <dgm:cxn modelId="{B64E307B-9E9C-4677-8C1A-A6A9BAFA4353}" type="presParOf" srcId="{04E8D98D-2148-4B08-8EEC-149317F38648}" destId="{3A2486D9-4C44-4369-A9D0-3F5A6E610841}" srcOrd="6" destOrd="0" presId="urn:microsoft.com/office/officeart/2016/7/layout/BasicLinearProcessNumbered"/>
    <dgm:cxn modelId="{D6E85398-03EB-4EDD-B55D-D20C270427DB}" type="presParOf" srcId="{3A2486D9-4C44-4369-A9D0-3F5A6E610841}" destId="{FED6BB98-E9DD-42AE-9D42-9E00FEB4F023}" srcOrd="0" destOrd="0" presId="urn:microsoft.com/office/officeart/2016/7/layout/BasicLinearProcessNumbered"/>
    <dgm:cxn modelId="{C83B1B3F-4543-4013-B5F3-BCE4F8B25001}" type="presParOf" srcId="{3A2486D9-4C44-4369-A9D0-3F5A6E610841}" destId="{A37A2E00-1A83-472A-8AEE-CAC4BC09B806}" srcOrd="1" destOrd="0" presId="urn:microsoft.com/office/officeart/2016/7/layout/BasicLinearProcessNumbered"/>
    <dgm:cxn modelId="{71AEE0BC-F208-40E7-B40A-FF0300BF1885}" type="presParOf" srcId="{3A2486D9-4C44-4369-A9D0-3F5A6E610841}" destId="{91F3D958-D578-4B07-9923-0492139E4BA3}" srcOrd="2" destOrd="0" presId="urn:microsoft.com/office/officeart/2016/7/layout/BasicLinearProcessNumbered"/>
    <dgm:cxn modelId="{91B9535E-C1B0-402B-8637-E46628F00B35}" type="presParOf" srcId="{3A2486D9-4C44-4369-A9D0-3F5A6E610841}" destId="{45F64445-FE0E-4F06-9F74-75227C6B3949}" srcOrd="3" destOrd="0" presId="urn:microsoft.com/office/officeart/2016/7/layout/BasicLinearProcessNumbered"/>
    <dgm:cxn modelId="{6914EE89-622D-49A3-9D84-3EDCBE7BAAC4}" type="presParOf" srcId="{04E8D98D-2148-4B08-8EEC-149317F38648}" destId="{B0C8F3DA-CDEF-46CE-9915-43BF3B0A23A9}" srcOrd="7" destOrd="0" presId="urn:microsoft.com/office/officeart/2016/7/layout/BasicLinearProcessNumbered"/>
    <dgm:cxn modelId="{8804A977-FACF-4C12-9027-9B5EF8229871}" type="presParOf" srcId="{04E8D98D-2148-4B08-8EEC-149317F38648}" destId="{814955B8-ECEA-4F96-BEEA-E1CC13CA0DA8}" srcOrd="8" destOrd="0" presId="urn:microsoft.com/office/officeart/2016/7/layout/BasicLinearProcessNumbered"/>
    <dgm:cxn modelId="{4C08AF50-17AE-4B31-A7B5-7BA664D8F64D}" type="presParOf" srcId="{814955B8-ECEA-4F96-BEEA-E1CC13CA0DA8}" destId="{89883F39-BC52-4E2D-8DDE-DB1C32BFF77D}" srcOrd="0" destOrd="0" presId="urn:microsoft.com/office/officeart/2016/7/layout/BasicLinearProcessNumbered"/>
    <dgm:cxn modelId="{E0F01E41-293A-40F3-BC23-12B38476584B}" type="presParOf" srcId="{814955B8-ECEA-4F96-BEEA-E1CC13CA0DA8}" destId="{2C27B766-390C-4D96-BC5A-3098C56ED480}" srcOrd="1" destOrd="0" presId="urn:microsoft.com/office/officeart/2016/7/layout/BasicLinearProcessNumbered"/>
    <dgm:cxn modelId="{BF865B7C-09BF-4ED8-85E0-D7C9B1DFAD1C}" type="presParOf" srcId="{814955B8-ECEA-4F96-BEEA-E1CC13CA0DA8}" destId="{519B30CF-9A00-4839-A907-ED3E9BDE75FD}" srcOrd="2" destOrd="0" presId="urn:microsoft.com/office/officeart/2016/7/layout/BasicLinearProcessNumbered"/>
    <dgm:cxn modelId="{30169C8E-D008-43C1-A534-C2486E25B8A7}" type="presParOf" srcId="{814955B8-ECEA-4F96-BEEA-E1CC13CA0DA8}" destId="{1198C84B-C69C-4AB6-8DC9-10868BEEF727}" srcOrd="3" destOrd="0" presId="urn:microsoft.com/office/officeart/2016/7/layout/BasicLinearProcessNumbered"/>
    <dgm:cxn modelId="{F826D5BA-DED8-4780-927C-16DFD03BB94C}" type="presParOf" srcId="{04E8D98D-2148-4B08-8EEC-149317F38648}" destId="{8E3EA730-25B1-4843-848D-F13EC8102FE2}" srcOrd="9" destOrd="0" presId="urn:microsoft.com/office/officeart/2016/7/layout/BasicLinearProcessNumbered"/>
    <dgm:cxn modelId="{10BA4376-0F7B-4D56-978C-BD4534A62BE5}" type="presParOf" srcId="{04E8D98D-2148-4B08-8EEC-149317F38648}" destId="{AE9AE3C6-602B-492E-A6FF-668B9C3EF797}" srcOrd="10" destOrd="0" presId="urn:microsoft.com/office/officeart/2016/7/layout/BasicLinearProcessNumbered"/>
    <dgm:cxn modelId="{5AEDD627-26A2-4CDF-AA67-4A423049FF49}" type="presParOf" srcId="{AE9AE3C6-602B-492E-A6FF-668B9C3EF797}" destId="{0E9F1305-1C03-466C-BA15-898AA0F7AB86}" srcOrd="0" destOrd="0" presId="urn:microsoft.com/office/officeart/2016/7/layout/BasicLinearProcessNumbered"/>
    <dgm:cxn modelId="{1C9C1654-7E99-4623-837C-24398F627F86}" type="presParOf" srcId="{AE9AE3C6-602B-492E-A6FF-668B9C3EF797}" destId="{AB0EE749-79CD-47C8-B4EF-9E66A8840987}" srcOrd="1" destOrd="0" presId="urn:microsoft.com/office/officeart/2016/7/layout/BasicLinearProcessNumbered"/>
    <dgm:cxn modelId="{1AD8C50E-2D94-4A57-B51D-B327500A04FA}" type="presParOf" srcId="{AE9AE3C6-602B-492E-A6FF-668B9C3EF797}" destId="{A639E6A8-6F6A-4980-A25A-800D4CF3C33B}" srcOrd="2" destOrd="0" presId="urn:microsoft.com/office/officeart/2016/7/layout/BasicLinearProcessNumbered"/>
    <dgm:cxn modelId="{FB546926-6CD3-41CE-8C89-1FD5AD5300A3}" type="presParOf" srcId="{AE9AE3C6-602B-492E-A6FF-668B9C3EF797}" destId="{1FD7197D-BFA4-4E67-8D03-39A197ADCDA4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C5ED91-1594-469C-B285-577021CBCEEB}">
      <dsp:nvSpPr>
        <dsp:cNvPr id="0" name=""/>
        <dsp:cNvSpPr/>
      </dsp:nvSpPr>
      <dsp:spPr>
        <a:xfrm>
          <a:off x="1283" y="1043496"/>
          <a:ext cx="1617389" cy="2264345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098" tIns="330200" rIns="126098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Take the raw dataset -&gt; MAP: 2%</a:t>
          </a:r>
          <a:endParaRPr lang="en-US" sz="1100" kern="1200" dirty="0"/>
        </a:p>
      </dsp:txBody>
      <dsp:txXfrm>
        <a:off x="1283" y="1903947"/>
        <a:ext cx="1617389" cy="1358607"/>
      </dsp:txXfrm>
    </dsp:sp>
    <dsp:sp modelId="{9C1633B5-4A82-4592-BF49-89DC770AF0CE}">
      <dsp:nvSpPr>
        <dsp:cNvPr id="0" name=""/>
        <dsp:cNvSpPr/>
      </dsp:nvSpPr>
      <dsp:spPr>
        <a:xfrm>
          <a:off x="470326" y="1269930"/>
          <a:ext cx="679303" cy="67930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2961" tIns="12700" rIns="52961" bIns="1270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1</a:t>
          </a:r>
        </a:p>
      </dsp:txBody>
      <dsp:txXfrm>
        <a:off x="569808" y="1369412"/>
        <a:ext cx="480339" cy="480339"/>
      </dsp:txXfrm>
    </dsp:sp>
    <dsp:sp modelId="{B137E7E6-55D9-43F9-BE82-4C70DDC21E3F}">
      <dsp:nvSpPr>
        <dsp:cNvPr id="0" name=""/>
        <dsp:cNvSpPr/>
      </dsp:nvSpPr>
      <dsp:spPr>
        <a:xfrm>
          <a:off x="1283" y="3307769"/>
          <a:ext cx="1617389" cy="72"/>
        </a:xfrm>
        <a:prstGeom prst="rect">
          <a:avLst/>
        </a:prstGeom>
        <a:solidFill>
          <a:schemeClr val="accent2">
            <a:hueOff val="3214"/>
            <a:satOff val="-3135"/>
            <a:lumOff val="-161"/>
            <a:alphaOff val="0"/>
          </a:schemeClr>
        </a:solidFill>
        <a:ln w="19050" cap="flat" cmpd="sng" algn="ctr">
          <a:solidFill>
            <a:schemeClr val="accent2">
              <a:hueOff val="3214"/>
              <a:satOff val="-3135"/>
              <a:lumOff val="-1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F0B02DA-7897-4C04-9695-8FCC8CC684B1}">
      <dsp:nvSpPr>
        <dsp:cNvPr id="0" name=""/>
        <dsp:cNvSpPr/>
      </dsp:nvSpPr>
      <dsp:spPr>
        <a:xfrm>
          <a:off x="1780412" y="1043496"/>
          <a:ext cx="1617389" cy="2264345"/>
        </a:xfrm>
        <a:prstGeom prst="rect">
          <a:avLst/>
        </a:prstGeom>
        <a:solidFill>
          <a:schemeClr val="accent2">
            <a:tint val="40000"/>
            <a:alpha val="90000"/>
            <a:hueOff val="52573"/>
            <a:satOff val="-8729"/>
            <a:lumOff val="-513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52573"/>
              <a:satOff val="-8729"/>
              <a:lumOff val="-51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098" tIns="330200" rIns="126098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Preprocess and take yolo26 Model -&gt;3,5 %</a:t>
          </a:r>
          <a:endParaRPr lang="en-US" sz="1100" kern="1200" dirty="0"/>
        </a:p>
      </dsp:txBody>
      <dsp:txXfrm>
        <a:off x="1780412" y="1903947"/>
        <a:ext cx="1617389" cy="1358607"/>
      </dsp:txXfrm>
    </dsp:sp>
    <dsp:sp modelId="{E72570FE-1267-4BDF-A272-1DBB3A93C006}">
      <dsp:nvSpPr>
        <dsp:cNvPr id="0" name=""/>
        <dsp:cNvSpPr/>
      </dsp:nvSpPr>
      <dsp:spPr>
        <a:xfrm>
          <a:off x="2249455" y="1269930"/>
          <a:ext cx="679303" cy="679303"/>
        </a:xfrm>
        <a:prstGeom prst="ellipse">
          <a:avLst/>
        </a:prstGeom>
        <a:solidFill>
          <a:schemeClr val="accent2">
            <a:hueOff val="6428"/>
            <a:satOff val="-6270"/>
            <a:lumOff val="-321"/>
            <a:alphaOff val="0"/>
          </a:schemeClr>
        </a:solidFill>
        <a:ln w="19050" cap="flat" cmpd="sng" algn="ctr">
          <a:solidFill>
            <a:schemeClr val="accent2">
              <a:hueOff val="6428"/>
              <a:satOff val="-6270"/>
              <a:lumOff val="-32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2961" tIns="12700" rIns="52961" bIns="1270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2</a:t>
          </a:r>
        </a:p>
      </dsp:txBody>
      <dsp:txXfrm>
        <a:off x="2348937" y="1369412"/>
        <a:ext cx="480339" cy="480339"/>
      </dsp:txXfrm>
    </dsp:sp>
    <dsp:sp modelId="{BE412821-72D1-4870-B613-300843BC242A}">
      <dsp:nvSpPr>
        <dsp:cNvPr id="0" name=""/>
        <dsp:cNvSpPr/>
      </dsp:nvSpPr>
      <dsp:spPr>
        <a:xfrm>
          <a:off x="1780412" y="3307769"/>
          <a:ext cx="1617389" cy="72"/>
        </a:xfrm>
        <a:prstGeom prst="rect">
          <a:avLst/>
        </a:prstGeom>
        <a:solidFill>
          <a:schemeClr val="accent2">
            <a:hueOff val="9642"/>
            <a:satOff val="-9406"/>
            <a:lumOff val="-482"/>
            <a:alphaOff val="0"/>
          </a:schemeClr>
        </a:solidFill>
        <a:ln w="19050" cap="flat" cmpd="sng" algn="ctr">
          <a:solidFill>
            <a:schemeClr val="accent2">
              <a:hueOff val="9642"/>
              <a:satOff val="-9406"/>
              <a:lumOff val="-48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39C56FDA-DC07-425B-A738-60CB8B456411}">
      <dsp:nvSpPr>
        <dsp:cNvPr id="0" name=""/>
        <dsp:cNvSpPr/>
      </dsp:nvSpPr>
      <dsp:spPr>
        <a:xfrm>
          <a:off x="3559540" y="1043496"/>
          <a:ext cx="1617389" cy="2264345"/>
        </a:xfrm>
        <a:prstGeom prst="rect">
          <a:avLst/>
        </a:prstGeom>
        <a:solidFill>
          <a:schemeClr val="accent2">
            <a:tint val="40000"/>
            <a:alpha val="90000"/>
            <a:hueOff val="105147"/>
            <a:satOff val="-17459"/>
            <a:lumOff val="-1026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105147"/>
              <a:satOff val="-17459"/>
              <a:lumOff val="-102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098" tIns="330200" rIns="126098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Remove blurry images -&gt; 6 %</a:t>
          </a:r>
          <a:endParaRPr lang="en-US" sz="1100" kern="1200" dirty="0"/>
        </a:p>
      </dsp:txBody>
      <dsp:txXfrm>
        <a:off x="3559540" y="1903947"/>
        <a:ext cx="1617389" cy="1358607"/>
      </dsp:txXfrm>
    </dsp:sp>
    <dsp:sp modelId="{824DBA6E-2E6A-4A99-B3E2-F2317956F616}">
      <dsp:nvSpPr>
        <dsp:cNvPr id="0" name=""/>
        <dsp:cNvSpPr/>
      </dsp:nvSpPr>
      <dsp:spPr>
        <a:xfrm>
          <a:off x="4028583" y="1269930"/>
          <a:ext cx="679303" cy="679303"/>
        </a:xfrm>
        <a:prstGeom prst="ellipse">
          <a:avLst/>
        </a:prstGeom>
        <a:solidFill>
          <a:schemeClr val="accent2">
            <a:hueOff val="12856"/>
            <a:satOff val="-12541"/>
            <a:lumOff val="-642"/>
            <a:alphaOff val="0"/>
          </a:schemeClr>
        </a:solidFill>
        <a:ln w="19050" cap="flat" cmpd="sng" algn="ctr">
          <a:solidFill>
            <a:schemeClr val="accent2">
              <a:hueOff val="12856"/>
              <a:satOff val="-12541"/>
              <a:lumOff val="-64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2961" tIns="12700" rIns="52961" bIns="1270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3</a:t>
          </a:r>
        </a:p>
      </dsp:txBody>
      <dsp:txXfrm>
        <a:off x="4128065" y="1369412"/>
        <a:ext cx="480339" cy="480339"/>
      </dsp:txXfrm>
    </dsp:sp>
    <dsp:sp modelId="{36836F79-750C-4C31-8F1A-903A13181D95}">
      <dsp:nvSpPr>
        <dsp:cNvPr id="0" name=""/>
        <dsp:cNvSpPr/>
      </dsp:nvSpPr>
      <dsp:spPr>
        <a:xfrm>
          <a:off x="3559540" y="3307769"/>
          <a:ext cx="1617389" cy="72"/>
        </a:xfrm>
        <a:prstGeom prst="rect">
          <a:avLst/>
        </a:prstGeom>
        <a:solidFill>
          <a:schemeClr val="accent2">
            <a:hueOff val="16070"/>
            <a:satOff val="-15676"/>
            <a:lumOff val="-803"/>
            <a:alphaOff val="0"/>
          </a:schemeClr>
        </a:solidFill>
        <a:ln w="19050" cap="flat" cmpd="sng" algn="ctr">
          <a:solidFill>
            <a:schemeClr val="accent2">
              <a:hueOff val="16070"/>
              <a:satOff val="-15676"/>
              <a:lumOff val="-80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ED6BB98-E9DD-42AE-9D42-9E00FEB4F023}">
      <dsp:nvSpPr>
        <dsp:cNvPr id="0" name=""/>
        <dsp:cNvSpPr/>
      </dsp:nvSpPr>
      <dsp:spPr>
        <a:xfrm>
          <a:off x="5338669" y="1043496"/>
          <a:ext cx="1617389" cy="2264345"/>
        </a:xfrm>
        <a:prstGeom prst="rect">
          <a:avLst/>
        </a:prstGeom>
        <a:solidFill>
          <a:schemeClr val="accent2">
            <a:tint val="40000"/>
            <a:alpha val="90000"/>
            <a:hueOff val="157720"/>
            <a:satOff val="-26188"/>
            <a:lumOff val="-154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157720"/>
              <a:satOff val="-26188"/>
              <a:lumOff val="-154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098" tIns="330200" rIns="126098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Limit to classes with enough data (8 classes) -&gt; 8%</a:t>
          </a:r>
          <a:endParaRPr lang="en-US" sz="1100" kern="1200" dirty="0"/>
        </a:p>
      </dsp:txBody>
      <dsp:txXfrm>
        <a:off x="5338669" y="1903947"/>
        <a:ext cx="1617389" cy="1358607"/>
      </dsp:txXfrm>
    </dsp:sp>
    <dsp:sp modelId="{A37A2E00-1A83-472A-8AEE-CAC4BC09B806}">
      <dsp:nvSpPr>
        <dsp:cNvPr id="0" name=""/>
        <dsp:cNvSpPr/>
      </dsp:nvSpPr>
      <dsp:spPr>
        <a:xfrm>
          <a:off x="5807712" y="1269930"/>
          <a:ext cx="679303" cy="679303"/>
        </a:xfrm>
        <a:prstGeom prst="ellipse">
          <a:avLst/>
        </a:prstGeom>
        <a:solidFill>
          <a:schemeClr val="accent2">
            <a:hueOff val="19284"/>
            <a:satOff val="-18811"/>
            <a:lumOff val="-963"/>
            <a:alphaOff val="0"/>
          </a:schemeClr>
        </a:solidFill>
        <a:ln w="19050" cap="flat" cmpd="sng" algn="ctr">
          <a:solidFill>
            <a:schemeClr val="accent2">
              <a:hueOff val="19284"/>
              <a:satOff val="-18811"/>
              <a:lumOff val="-96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2961" tIns="12700" rIns="52961" bIns="1270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4</a:t>
          </a:r>
        </a:p>
      </dsp:txBody>
      <dsp:txXfrm>
        <a:off x="5907194" y="1369412"/>
        <a:ext cx="480339" cy="480339"/>
      </dsp:txXfrm>
    </dsp:sp>
    <dsp:sp modelId="{91F3D958-D578-4B07-9923-0492139E4BA3}">
      <dsp:nvSpPr>
        <dsp:cNvPr id="0" name=""/>
        <dsp:cNvSpPr/>
      </dsp:nvSpPr>
      <dsp:spPr>
        <a:xfrm>
          <a:off x="5338669" y="3307769"/>
          <a:ext cx="1617389" cy="72"/>
        </a:xfrm>
        <a:prstGeom prst="rect">
          <a:avLst/>
        </a:prstGeom>
        <a:solidFill>
          <a:schemeClr val="accent2">
            <a:hueOff val="22497"/>
            <a:satOff val="-21946"/>
            <a:lumOff val="-1124"/>
            <a:alphaOff val="0"/>
          </a:schemeClr>
        </a:solidFill>
        <a:ln w="19050" cap="flat" cmpd="sng" algn="ctr">
          <a:solidFill>
            <a:schemeClr val="accent2">
              <a:hueOff val="22497"/>
              <a:satOff val="-21946"/>
              <a:lumOff val="-112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9883F39-BC52-4E2D-8DDE-DB1C32BFF77D}">
      <dsp:nvSpPr>
        <dsp:cNvPr id="0" name=""/>
        <dsp:cNvSpPr/>
      </dsp:nvSpPr>
      <dsp:spPr>
        <a:xfrm>
          <a:off x="7117798" y="1043496"/>
          <a:ext cx="1617389" cy="2264345"/>
        </a:xfrm>
        <a:prstGeom prst="rect">
          <a:avLst/>
        </a:prstGeom>
        <a:solidFill>
          <a:schemeClr val="accent2">
            <a:tint val="40000"/>
            <a:alpha val="90000"/>
            <a:hueOff val="210294"/>
            <a:satOff val="-34918"/>
            <a:lumOff val="-2053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210294"/>
              <a:satOff val="-34918"/>
              <a:lumOff val="-205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098" tIns="330200" rIns="126098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Only take 1 class (animal or no animal) </a:t>
          </a:r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 dirty="0"/>
            <a:t>-&gt; 35%</a:t>
          </a:r>
          <a:endParaRPr lang="en-US" sz="1100" kern="1200" dirty="0"/>
        </a:p>
      </dsp:txBody>
      <dsp:txXfrm>
        <a:off x="7117798" y="1903947"/>
        <a:ext cx="1617389" cy="1358607"/>
      </dsp:txXfrm>
    </dsp:sp>
    <dsp:sp modelId="{2C27B766-390C-4D96-BC5A-3098C56ED480}">
      <dsp:nvSpPr>
        <dsp:cNvPr id="0" name=""/>
        <dsp:cNvSpPr/>
      </dsp:nvSpPr>
      <dsp:spPr>
        <a:xfrm>
          <a:off x="7586841" y="1269930"/>
          <a:ext cx="679303" cy="679303"/>
        </a:xfrm>
        <a:prstGeom prst="ellipse">
          <a:avLst/>
        </a:prstGeom>
        <a:solidFill>
          <a:schemeClr val="accent2">
            <a:hueOff val="25711"/>
            <a:satOff val="-25081"/>
            <a:lumOff val="-1284"/>
            <a:alphaOff val="0"/>
          </a:schemeClr>
        </a:solidFill>
        <a:ln w="19050" cap="flat" cmpd="sng" algn="ctr">
          <a:solidFill>
            <a:schemeClr val="accent2">
              <a:hueOff val="25711"/>
              <a:satOff val="-25081"/>
              <a:lumOff val="-128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2961" tIns="12700" rIns="52961" bIns="1270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5</a:t>
          </a:r>
        </a:p>
      </dsp:txBody>
      <dsp:txXfrm>
        <a:off x="7686323" y="1369412"/>
        <a:ext cx="480339" cy="480339"/>
      </dsp:txXfrm>
    </dsp:sp>
    <dsp:sp modelId="{519B30CF-9A00-4839-A907-ED3E9BDE75FD}">
      <dsp:nvSpPr>
        <dsp:cNvPr id="0" name=""/>
        <dsp:cNvSpPr/>
      </dsp:nvSpPr>
      <dsp:spPr>
        <a:xfrm>
          <a:off x="7117798" y="3307769"/>
          <a:ext cx="1617389" cy="72"/>
        </a:xfrm>
        <a:prstGeom prst="rect">
          <a:avLst/>
        </a:prstGeom>
        <a:solidFill>
          <a:schemeClr val="accent2">
            <a:hueOff val="28925"/>
            <a:satOff val="-28217"/>
            <a:lumOff val="-1445"/>
            <a:alphaOff val="0"/>
          </a:schemeClr>
        </a:solidFill>
        <a:ln w="19050" cap="flat" cmpd="sng" algn="ctr">
          <a:solidFill>
            <a:schemeClr val="accent2">
              <a:hueOff val="28925"/>
              <a:satOff val="-28217"/>
              <a:lumOff val="-144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0E9F1305-1C03-466C-BA15-898AA0F7AB86}">
      <dsp:nvSpPr>
        <dsp:cNvPr id="0" name=""/>
        <dsp:cNvSpPr/>
      </dsp:nvSpPr>
      <dsp:spPr>
        <a:xfrm>
          <a:off x="8896926" y="1043496"/>
          <a:ext cx="1617389" cy="2264345"/>
        </a:xfrm>
        <a:prstGeom prst="rect">
          <a:avLst/>
        </a:prstGeom>
        <a:solidFill>
          <a:schemeClr val="accent2">
            <a:tint val="40000"/>
            <a:alpha val="90000"/>
            <a:hueOff val="262867"/>
            <a:satOff val="-43647"/>
            <a:lumOff val="-2566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262867"/>
              <a:satOff val="-43647"/>
              <a:lumOff val="-256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098" tIns="330200" rIns="126098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kern="1200"/>
            <a:t>Correct / Add/ Delete Annotations from all ~8k Train samples and 1k Val samples -&gt; ROBOFLOW -&gt; 66%</a:t>
          </a:r>
          <a:endParaRPr lang="en-US" sz="1100" kern="1200"/>
        </a:p>
      </dsp:txBody>
      <dsp:txXfrm>
        <a:off x="8896926" y="1903947"/>
        <a:ext cx="1617389" cy="1358607"/>
      </dsp:txXfrm>
    </dsp:sp>
    <dsp:sp modelId="{AB0EE749-79CD-47C8-B4EF-9E66A8840987}">
      <dsp:nvSpPr>
        <dsp:cNvPr id="0" name=""/>
        <dsp:cNvSpPr/>
      </dsp:nvSpPr>
      <dsp:spPr>
        <a:xfrm>
          <a:off x="9365969" y="1269930"/>
          <a:ext cx="679303" cy="679303"/>
        </a:xfrm>
        <a:prstGeom prst="ellipse">
          <a:avLst/>
        </a:prstGeom>
        <a:solidFill>
          <a:schemeClr val="accent2">
            <a:hueOff val="32139"/>
            <a:satOff val="-31352"/>
            <a:lumOff val="-1605"/>
            <a:alphaOff val="0"/>
          </a:schemeClr>
        </a:solidFill>
        <a:ln w="19050" cap="flat" cmpd="sng" algn="ctr">
          <a:solidFill>
            <a:schemeClr val="accent2">
              <a:hueOff val="32139"/>
              <a:satOff val="-31352"/>
              <a:lumOff val="-160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2961" tIns="12700" rIns="52961" bIns="1270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6</a:t>
          </a:r>
        </a:p>
      </dsp:txBody>
      <dsp:txXfrm>
        <a:off x="9465451" y="1369412"/>
        <a:ext cx="480339" cy="480339"/>
      </dsp:txXfrm>
    </dsp:sp>
    <dsp:sp modelId="{A639E6A8-6F6A-4980-A25A-800D4CF3C33B}">
      <dsp:nvSpPr>
        <dsp:cNvPr id="0" name=""/>
        <dsp:cNvSpPr/>
      </dsp:nvSpPr>
      <dsp:spPr>
        <a:xfrm>
          <a:off x="8896926" y="3307769"/>
          <a:ext cx="1617389" cy="72"/>
        </a:xfrm>
        <a:prstGeom prst="rect">
          <a:avLst/>
        </a:prstGeom>
        <a:solidFill>
          <a:schemeClr val="accent2">
            <a:hueOff val="35353"/>
            <a:satOff val="-34487"/>
            <a:lumOff val="-1766"/>
            <a:alphaOff val="0"/>
          </a:schemeClr>
        </a:solidFill>
        <a:ln w="19050" cap="flat" cmpd="sng" algn="ctr">
          <a:solidFill>
            <a:schemeClr val="accent2">
              <a:hueOff val="35353"/>
              <a:satOff val="-34487"/>
              <a:lumOff val="-176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6-14T16:50:44.71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1,'2'0,"23"-1,1 1,-1 2,1 0,-1 2,43 11,-47-11,0 0,0-1,1-1,-1-1,1-1,26-3,16 1,-4 3,67-3,-77-5,-33 4,0 0,23 0,26 5,71-3,-87-7,-32 5,0 1,20-1,1474 4,-1499-1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6-14T16:50:46.45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0,'593'0,"-415"16,33-6,-126-4,-6 0,78 3,240-10,-313 9,-58-4,35 1,468-6,-513 0,-1-1,22-4,4-2,37-6,-65 14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6-14T17:20:24.64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0,'250'0,"-236"1,0 1,21 4,-21-3,0-1,24 1,68 6,-87-9,-1 0,27 6,-32-5,22 1,-23-2,1 1,12 2,-1 0,1-1,0-1,25-3,0 1,-27 1,0-1,24-4,9-5,-49 9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09A6AE-8695-4B5C-A16E-F2A3B1AD32CF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86601D-0B4C-4F56-A64D-FCD93BC552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6877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86601D-0B4C-4F56-A64D-FCD93BC552D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4990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03A08E-265B-8125-80DC-5665BCF8B5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3CB184-15E0-7921-BCCE-B9AE334BD4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CE700B-A808-C162-DCB9-4F3C39FD6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F41C6-9024-4081-B6C1-2C4F6E757048}" type="datetimeFigureOut">
              <a:rPr lang="en-AT" smtClean="0"/>
              <a:t>06/14/2026</a:t>
            </a:fld>
            <a:endParaRPr lang="en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EBEB94-0B08-AF06-F20A-DDE7B7A55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6C730C-1664-8936-6ECC-75CB75406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0CF9B-12A4-4100-8FF3-33435D01FA7F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834312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81EBE-C273-579C-BA58-24C87EB45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CD9DD-89FF-01C2-CBB8-C1018D0769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CC7BAD-3556-05A3-BB30-1517A5501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F41C6-9024-4081-B6C1-2C4F6E757048}" type="datetimeFigureOut">
              <a:rPr lang="en-AT" smtClean="0"/>
              <a:t>06/14/2026</a:t>
            </a:fld>
            <a:endParaRPr lang="en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4B8C00-95CF-FD90-9D8D-8F0CF6CBB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74B199-D5C6-D1B7-6775-F62D95DAC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0CF9B-12A4-4100-8FF3-33435D01FA7F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494881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52F67-AA4B-1ED9-942E-EF24FFBD9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7625E6-A8B7-D895-19F8-17C2A2686A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70A9F2-C9E4-2014-A1D2-A4E9010B6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F41C6-9024-4081-B6C1-2C4F6E757048}" type="datetimeFigureOut">
              <a:rPr lang="en-AT" smtClean="0"/>
              <a:t>06/14/2026</a:t>
            </a:fld>
            <a:endParaRPr lang="en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2C0C32-3096-AC9B-C154-1C4851E54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BC4F93-6CA6-6B5F-F591-CC5F26857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0CF9B-12A4-4100-8FF3-33435D01FA7F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24253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79198-ED1A-0C9C-AF69-8524E68F3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249CF-B768-82CE-270A-918F44FACD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E37759-F495-F954-B690-9E6C69C3E6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2637F7-FA97-0A06-105B-B2A8CB85A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F41C6-9024-4081-B6C1-2C4F6E757048}" type="datetimeFigureOut">
              <a:rPr lang="en-AT" smtClean="0"/>
              <a:t>06/14/2026</a:t>
            </a:fld>
            <a:endParaRPr lang="en-A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B9FE5D-54BD-B18A-E424-E354C4D16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699865-4F89-A0F2-E48E-417139F29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0CF9B-12A4-4100-8FF3-33435D01FA7F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728732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7BD35-8486-ABBA-297D-7FA6689AF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DED3A8-7C28-940D-A30D-B7C3274B0F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8B7584-0E50-671E-EC6F-796546E7AE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F5E587-32F9-0216-9B33-3681967EB4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9B9760-4313-DE82-7D2D-749C460B91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2C310B-A1E3-FD0B-F368-0001A0BD0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F41C6-9024-4081-B6C1-2C4F6E757048}" type="datetimeFigureOut">
              <a:rPr lang="en-AT" smtClean="0"/>
              <a:t>06/14/2026</a:t>
            </a:fld>
            <a:endParaRPr lang="en-A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16A5BE-9A52-08DE-5E67-E79740793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67BC10-E52E-CE74-DFB0-08C13A48F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0CF9B-12A4-4100-8FF3-33435D01FA7F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42152591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8244C-1C3F-2B07-6E7F-203305670E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B1755F-AAB3-ED97-D38D-BD16C92B0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F41C6-9024-4081-B6C1-2C4F6E757048}" type="datetimeFigureOut">
              <a:rPr lang="en-AT" smtClean="0"/>
              <a:t>06/14/2026</a:t>
            </a:fld>
            <a:endParaRPr lang="en-A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5E30BC-928E-F490-0D1A-BA5B69124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BAD5F5-25F4-0B73-4B9D-797707659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0CF9B-12A4-4100-8FF3-33435D01FA7F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241858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C9153E-7C4E-689C-5C5E-86A410478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F41C6-9024-4081-B6C1-2C4F6E757048}" type="datetimeFigureOut">
              <a:rPr lang="en-AT" smtClean="0"/>
              <a:t>06/14/2026</a:t>
            </a:fld>
            <a:endParaRPr lang="en-A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31FAEE-4544-6B00-C6EE-D25D90DA9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1C378E-3001-6D24-0744-BBB6FFAA9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0CF9B-12A4-4100-8FF3-33435D01FA7F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403348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94853-FC23-3034-AF3C-7E0C51D2D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A80AE5-F869-EB0C-C832-36760FF78F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DA0D89-0203-EE64-98CE-F3A9CAEF9D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3C9F87-2BF6-4943-8AE2-7636E26B9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F41C6-9024-4081-B6C1-2C4F6E757048}" type="datetimeFigureOut">
              <a:rPr lang="en-AT" smtClean="0"/>
              <a:t>06/14/2026</a:t>
            </a:fld>
            <a:endParaRPr lang="en-A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80A7D6-A795-DC56-9CDA-662C74C44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974ACE-0CFB-9287-6B0F-2CA408B63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0CF9B-12A4-4100-8FF3-33435D01FA7F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198657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6045B-F213-F0C0-2F6B-B375FF823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AE4EC6-4C18-F99F-51A0-CE91E5B9F0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8D9094-6EBA-B32E-D517-A796B6E881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4B23D1-93A5-17AB-1E05-C27D3B124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F41C6-9024-4081-B6C1-2C4F6E757048}" type="datetimeFigureOut">
              <a:rPr lang="en-AT" smtClean="0"/>
              <a:t>06/14/2026</a:t>
            </a:fld>
            <a:endParaRPr lang="en-A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6BAB6C-193E-039A-9233-8AE55A8DE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C29B2C-DFDE-F736-EE0E-1A9E6B058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0CF9B-12A4-4100-8FF3-33435D01FA7F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23231900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66994-A467-2EB5-DF3C-3D788A034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472EAB-5477-C141-CAD1-09F9691D09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6B8C38-3865-15AA-0AB1-761C624D5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F41C6-9024-4081-B6C1-2C4F6E757048}" type="datetimeFigureOut">
              <a:rPr lang="en-AT" smtClean="0"/>
              <a:t>06/14/2026</a:t>
            </a:fld>
            <a:endParaRPr lang="en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D142AC-F8EE-CC7B-50DE-0CF50ED8F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B3D959-DE37-61BF-7D6C-51AC7DB97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0CF9B-12A4-4100-8FF3-33435D01FA7F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788215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7EAEA0-CAC0-563E-DEFB-9D7CB9C4DE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A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41DF77-D018-C9EF-4C3F-C3F4B38A62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8526C7-1E23-EE39-73EF-413D71D01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F41C6-9024-4081-B6C1-2C4F6E757048}" type="datetimeFigureOut">
              <a:rPr lang="en-AT" smtClean="0"/>
              <a:t>06/14/2026</a:t>
            </a:fld>
            <a:endParaRPr lang="en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B4420-7324-5C1D-53FD-A4C516B10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ADB2F7-A1D6-C160-6B6A-B612EFBE6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80CF9B-12A4-4100-8FF3-33435D01FA7F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0417548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4632C6-0709-B951-D72F-246129414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91CDF2-6C5F-2F18-CE60-E0A668DF9B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C20A44-E186-9392-D4CA-A1EBFC3195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9F41C6-9024-4081-B6C1-2C4F6E757048}" type="datetimeFigureOut">
              <a:rPr lang="en-AT" smtClean="0"/>
              <a:t>06/14/2026</a:t>
            </a:fld>
            <a:endParaRPr lang="en-A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5C39-40EC-BA78-3670-4EA71F36C6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C9BFAE-03C8-93A9-A3B5-56DF795281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80CF9B-12A4-4100-8FF3-33435D01FA7F}" type="slidenum">
              <a:rPr lang="en-AT" smtClean="0"/>
              <a:t>‹#›</a:t>
            </a:fld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836600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A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2.png"/><Relationship Id="rId7" Type="http://schemas.openxmlformats.org/officeDocument/2006/relationships/image" Target="../media/image1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openxmlformats.org/officeDocument/2006/relationships/image" Target="../media/image13.png"/><Relationship Id="rId4" Type="http://schemas.openxmlformats.org/officeDocument/2006/relationships/customXml" Target="../ink/ink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customXml" Target="../ink/ink3.xml"/><Relationship Id="rId7" Type="http://schemas.openxmlformats.org/officeDocument/2006/relationships/image" Target="../media/image2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A86177-5519-D776-FA77-082496125F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0338" y="640080"/>
            <a:ext cx="3734014" cy="3566160"/>
          </a:xfrm>
        </p:spPr>
        <p:txBody>
          <a:bodyPr anchor="b">
            <a:normAutofit/>
          </a:bodyPr>
          <a:lstStyle/>
          <a:p>
            <a:pPr algn="l"/>
            <a:r>
              <a:rPr lang="en-GB" sz="5400"/>
              <a:t>Project Presentation</a:t>
            </a:r>
            <a:endParaRPr lang="en-AT" sz="54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18171F-4C0B-C260-050D-CECE15D24B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0339" y="4636008"/>
            <a:ext cx="3734014" cy="1572768"/>
          </a:xfrm>
        </p:spPr>
        <p:txBody>
          <a:bodyPr>
            <a:normAutofit/>
          </a:bodyPr>
          <a:lstStyle/>
          <a:p>
            <a:pPr algn="l"/>
            <a:r>
              <a:rPr lang="en-GB" b="1" dirty="0"/>
              <a:t>Drone-based Wildlife Detection and Movement Analysis</a:t>
            </a:r>
            <a:endParaRPr lang="en-GB" dirty="0"/>
          </a:p>
          <a:p>
            <a:pPr algn="l"/>
            <a:endParaRPr lang="en-AT" dirty="0"/>
          </a:p>
        </p:txBody>
      </p:sp>
      <p:sp>
        <p:nvSpPr>
          <p:cNvPr id="30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0338" y="4409267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474DAD-14D0-C996-2E30-551A23810A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3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230390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F18166-0C59-DF71-39D4-94E49E173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8120"/>
            <a:ext cx="10512552" cy="406654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Members of FLYING HIRSCH</a:t>
            </a:r>
            <a:endParaRPr lang="en-US" sz="6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B7BFB894-AF0C-F2DF-A7BF-55D9187B55E2}"/>
              </a:ext>
            </a:extLst>
          </p:cNvPr>
          <p:cNvSpPr txBox="1">
            <a:spLocks/>
          </p:cNvSpPr>
          <p:nvPr/>
        </p:nvSpPr>
        <p:spPr>
          <a:xfrm>
            <a:off x="1945164" y="2921938"/>
            <a:ext cx="1671483" cy="35061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000" dirty="0"/>
              <a:t>Karim Ortner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T" sz="2000" dirty="0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33F24F78-3F22-4445-8952-9F4BCB7E83D1}"/>
              </a:ext>
            </a:extLst>
          </p:cNvPr>
          <p:cNvSpPr txBox="1">
            <a:spLocks/>
          </p:cNvSpPr>
          <p:nvPr/>
        </p:nvSpPr>
        <p:spPr>
          <a:xfrm>
            <a:off x="8058931" y="2901549"/>
            <a:ext cx="1561435" cy="3913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000" dirty="0"/>
              <a:t>Jonas Welt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T" sz="2000" dirty="0"/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3BB8F36E-6354-B3D4-6AC9-E65423304BFD}"/>
              </a:ext>
            </a:extLst>
          </p:cNvPr>
          <p:cNvSpPr txBox="1">
            <a:spLocks/>
          </p:cNvSpPr>
          <p:nvPr/>
        </p:nvSpPr>
        <p:spPr>
          <a:xfrm>
            <a:off x="4711612" y="2901549"/>
            <a:ext cx="2142305" cy="3913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000" dirty="0"/>
              <a:t>Lorenz Schlosser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AT" sz="2000" dirty="0"/>
          </a:p>
        </p:txBody>
      </p:sp>
      <p:pic>
        <p:nvPicPr>
          <p:cNvPr id="26" name="Picture 2" descr="Hirsch Icon im Color Hand Drawn-Stil">
            <a:extLst>
              <a:ext uri="{FF2B5EF4-FFF2-40B4-BE49-F238E27FC236}">
                <a16:creationId xmlns:a16="http://schemas.microsoft.com/office/drawing/2014/main" id="{C4AFA31E-0037-C68B-D2BE-8974395B82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8173" y="538120"/>
            <a:ext cx="2165180" cy="2165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6" descr="Hase - Kostenlose tiere-Icons">
            <a:extLst>
              <a:ext uri="{FF2B5EF4-FFF2-40B4-BE49-F238E27FC236}">
                <a16:creationId xmlns:a16="http://schemas.microsoft.com/office/drawing/2014/main" id="{1DAF3EE1-6034-5D6C-2CA7-0E33CF9082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1612" y="560175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27" descr="Fuchs Logo Vektorgrafiken und Vektor-Icons zum kostenlosen Download">
            <a:extLst>
              <a:ext uri="{FF2B5EF4-FFF2-40B4-BE49-F238E27FC236}">
                <a16:creationId xmlns:a16="http://schemas.microsoft.com/office/drawing/2014/main" id="{499A26EE-EADE-FF05-EAC6-402DE43964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3014" y="538120"/>
            <a:ext cx="2165180" cy="21651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8606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D94045-B1F2-09CB-F1C0-E5F35A7CF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075" y="548640"/>
            <a:ext cx="4135033" cy="5431536"/>
          </a:xfrm>
        </p:spPr>
        <p:txBody>
          <a:bodyPr>
            <a:normAutofit/>
          </a:bodyPr>
          <a:lstStyle/>
          <a:p>
            <a:pPr algn="ctr"/>
            <a:r>
              <a:rPr lang="en-GB" sz="5400" dirty="0"/>
              <a:t>Task</a:t>
            </a:r>
            <a:endParaRPr lang="en-AT" sz="5400" dirty="0"/>
          </a:p>
        </p:txBody>
      </p:sp>
      <p:sp>
        <p:nvSpPr>
          <p:cNvPr id="44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653980-30CA-AC07-B98E-1B8C873D29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6418" y="552091"/>
            <a:ext cx="6224335" cy="5431536"/>
          </a:xfrm>
        </p:spPr>
        <p:txBody>
          <a:bodyPr anchor="ctr">
            <a:normAutofit/>
          </a:bodyPr>
          <a:lstStyle/>
          <a:p>
            <a:pPr marL="457200" lvl="1" indent="0">
              <a:buNone/>
            </a:pPr>
            <a:r>
              <a:rPr lang="en-GB" sz="2200"/>
              <a:t>“Develop a computer vision pipeline that </a:t>
            </a:r>
            <a:r>
              <a:rPr lang="en-GB" sz="2200" b="1"/>
              <a:t>classifies if there is an animal </a:t>
            </a:r>
            <a:r>
              <a:rPr lang="en-GB" sz="2200"/>
              <a:t>(species) and </a:t>
            </a:r>
            <a:r>
              <a:rPr lang="en-GB" sz="2200" b="1"/>
              <a:t>tracks their movement </a:t>
            </a:r>
            <a:r>
              <a:rPr lang="en-GB" sz="2200"/>
              <a:t>over time.“</a:t>
            </a:r>
          </a:p>
          <a:p>
            <a:pPr marL="457200" lvl="1" indent="0">
              <a:buNone/>
            </a:pPr>
            <a:endParaRPr lang="en-GB" sz="2200"/>
          </a:p>
          <a:p>
            <a:pPr marL="457200" lvl="1" indent="0">
              <a:buNone/>
            </a:pPr>
            <a:r>
              <a:rPr lang="en-GB" sz="2200"/>
              <a:t>“The system will produce </a:t>
            </a:r>
            <a:r>
              <a:rPr lang="en-GB" sz="2200" b="1"/>
              <a:t>bounding boxes </a:t>
            </a:r>
            <a:r>
              <a:rPr lang="en-GB" sz="2200"/>
              <a:t>(with class labels), assign unique IDs to each animal across frames and analyse </a:t>
            </a:r>
            <a:r>
              <a:rPr lang="en-GB" sz="2200" b="1"/>
              <a:t>movement patterns </a:t>
            </a:r>
            <a:r>
              <a:rPr lang="en-GB" sz="2200"/>
              <a:t>such as trajectories and spatial distribution.“</a:t>
            </a:r>
          </a:p>
          <a:p>
            <a:pPr marL="457200" lvl="1" indent="0">
              <a:buNone/>
            </a:pPr>
            <a:endParaRPr lang="en-GB" sz="2200" dirty="0"/>
          </a:p>
        </p:txBody>
      </p:sp>
    </p:spTree>
    <p:extLst>
      <p:ext uri="{BB962C8B-B14F-4D97-AF65-F5344CB8AC3E}">
        <p14:creationId xmlns:p14="http://schemas.microsoft.com/office/powerpoint/2010/main" val="12356403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60C8F8-0F5B-544B-BC96-12314789D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/>
              <a:t>Approach - Overview</a:t>
            </a:r>
            <a:endParaRPr lang="en-AT" sz="540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2DD937-EBD4-57B1-1450-745C9E6BE2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59914"/>
            <a:ext cx="10515600" cy="3821430"/>
          </a:xfrm>
        </p:spPr>
        <p:txBody>
          <a:bodyPr>
            <a:normAutofit/>
          </a:bodyPr>
          <a:lstStyle/>
          <a:p>
            <a:r>
              <a:rPr lang="en-GB" sz="2200" b="1" dirty="0"/>
              <a:t>Choose &amp; Explore Dataset</a:t>
            </a:r>
          </a:p>
          <a:p>
            <a:r>
              <a:rPr lang="en-GB" sz="2200" dirty="0"/>
              <a:t>Data Preprocessing &amp; Annotation</a:t>
            </a:r>
          </a:p>
          <a:p>
            <a:r>
              <a:rPr lang="en-GB" sz="2200" dirty="0"/>
              <a:t>Train Object-detection</a:t>
            </a:r>
          </a:p>
          <a:p>
            <a:r>
              <a:rPr lang="en-GB" sz="2200" dirty="0"/>
              <a:t>Train Object-tracking</a:t>
            </a:r>
          </a:p>
          <a:p>
            <a:r>
              <a:rPr lang="en-GB" sz="2200" dirty="0"/>
              <a:t>Evaluate Model and create Statistics</a:t>
            </a:r>
          </a:p>
          <a:p>
            <a:r>
              <a:rPr lang="en-GB" sz="2200" dirty="0"/>
              <a:t>Visualize Result</a:t>
            </a:r>
            <a:endParaRPr lang="en-AT" sz="2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291FA81-E4AA-8790-556F-7D2AA94692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4207" y="676656"/>
            <a:ext cx="3218104" cy="221545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F09E718-4EDA-7DA4-7443-2BBE820956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846" b="15124"/>
          <a:stretch>
            <a:fillRect/>
          </a:stretch>
        </p:blipFill>
        <p:spPr>
          <a:xfrm>
            <a:off x="6295206" y="3892830"/>
            <a:ext cx="2679461" cy="198360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6BC4F0B-3E8E-27A7-89AF-03F3F6FD5C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2955" y="4382957"/>
            <a:ext cx="2723709" cy="1983601"/>
          </a:xfrm>
          <a:prstGeom prst="rect">
            <a:avLst/>
          </a:prstGeom>
        </p:spPr>
      </p:pic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4229BE31-0A0F-780B-1D1D-20D3B20DD7FA}"/>
              </a:ext>
            </a:extLst>
          </p:cNvPr>
          <p:cNvCxnSpPr>
            <a:cxnSpLocks/>
            <a:stCxn id="7" idx="2"/>
            <a:endCxn id="11" idx="0"/>
          </p:cNvCxnSpPr>
          <p:nvPr/>
        </p:nvCxnSpPr>
        <p:spPr>
          <a:xfrm rot="5400000">
            <a:off x="7963740" y="2563310"/>
            <a:ext cx="1000717" cy="1658322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Curved 16">
            <a:extLst>
              <a:ext uri="{FF2B5EF4-FFF2-40B4-BE49-F238E27FC236}">
                <a16:creationId xmlns:a16="http://schemas.microsoft.com/office/drawing/2014/main" id="{81BEB5E8-60AC-36D6-F59F-091FECF12B60}"/>
              </a:ext>
            </a:extLst>
          </p:cNvPr>
          <p:cNvCxnSpPr>
            <a:cxnSpLocks/>
            <a:stCxn id="7" idx="2"/>
            <a:endCxn id="13" idx="0"/>
          </p:cNvCxnSpPr>
          <p:nvPr/>
        </p:nvCxnSpPr>
        <p:spPr>
          <a:xfrm rot="16200000" flipH="1">
            <a:off x="9228612" y="2956759"/>
            <a:ext cx="1490844" cy="1361551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49343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D75A5B51-0925-4835-8511-A0DD17EAA9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8AB6DA-9746-1843-F55A-D3C34C658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1370"/>
            <a:ext cx="5295015" cy="1825266"/>
          </a:xfrm>
        </p:spPr>
        <p:txBody>
          <a:bodyPr anchor="b">
            <a:normAutofit/>
          </a:bodyPr>
          <a:lstStyle/>
          <a:p>
            <a:r>
              <a:rPr lang="en-GB" sz="5400" dirty="0"/>
              <a:t>Dataset - ALFS</a:t>
            </a:r>
            <a:endParaRPr lang="en-AT" sz="5400" dirty="0"/>
          </a:p>
        </p:txBody>
      </p:sp>
      <p:sp>
        <p:nvSpPr>
          <p:cNvPr id="23" name="Sketch line">
            <a:extLst>
              <a:ext uri="{FF2B5EF4-FFF2-40B4-BE49-F238E27FC236}">
                <a16:creationId xmlns:a16="http://schemas.microsoft.com/office/drawing/2014/main" id="{5CDFD20D-8E4F-4E3A-AF87-93F23E0D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2650181"/>
            <a:ext cx="4343400" cy="18288"/>
          </a:xfrm>
          <a:custGeom>
            <a:avLst/>
            <a:gdLst>
              <a:gd name="csX0" fmla="*/ 0 w 4343400"/>
              <a:gd name="csY0" fmla="*/ 0 h 18288"/>
              <a:gd name="csX1" fmla="*/ 577052 w 4343400"/>
              <a:gd name="csY1" fmla="*/ 0 h 18288"/>
              <a:gd name="csX2" fmla="*/ 1067235 w 4343400"/>
              <a:gd name="csY2" fmla="*/ 0 h 18288"/>
              <a:gd name="csX3" fmla="*/ 1600853 w 4343400"/>
              <a:gd name="csY3" fmla="*/ 0 h 18288"/>
              <a:gd name="csX4" fmla="*/ 2264773 w 4343400"/>
              <a:gd name="csY4" fmla="*/ 0 h 18288"/>
              <a:gd name="csX5" fmla="*/ 2841825 w 4343400"/>
              <a:gd name="csY5" fmla="*/ 0 h 18288"/>
              <a:gd name="csX6" fmla="*/ 3375442 w 4343400"/>
              <a:gd name="csY6" fmla="*/ 0 h 18288"/>
              <a:gd name="csX7" fmla="*/ 4343400 w 4343400"/>
              <a:gd name="csY7" fmla="*/ 0 h 18288"/>
              <a:gd name="csX8" fmla="*/ 4343400 w 4343400"/>
              <a:gd name="csY8" fmla="*/ 18288 h 18288"/>
              <a:gd name="csX9" fmla="*/ 3722914 w 4343400"/>
              <a:gd name="csY9" fmla="*/ 18288 h 18288"/>
              <a:gd name="csX10" fmla="*/ 3189297 w 4343400"/>
              <a:gd name="csY10" fmla="*/ 18288 h 18288"/>
              <a:gd name="csX11" fmla="*/ 2481943 w 4343400"/>
              <a:gd name="csY11" fmla="*/ 18288 h 18288"/>
              <a:gd name="csX12" fmla="*/ 1904891 w 4343400"/>
              <a:gd name="csY12" fmla="*/ 18288 h 18288"/>
              <a:gd name="csX13" fmla="*/ 1414707 w 4343400"/>
              <a:gd name="csY13" fmla="*/ 18288 h 18288"/>
              <a:gd name="csX14" fmla="*/ 750788 w 4343400"/>
              <a:gd name="csY14" fmla="*/ 18288 h 18288"/>
              <a:gd name="csX15" fmla="*/ 0 w 4343400"/>
              <a:gd name="csY15" fmla="*/ 18288 h 18288"/>
              <a:gd name="csX16" fmla="*/ 0 w 434340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343400" h="18288" fill="none" extrusionOk="0">
                <a:moveTo>
                  <a:pt x="0" y="0"/>
                </a:moveTo>
                <a:cubicBezTo>
                  <a:pt x="233209" y="-19550"/>
                  <a:pt x="330816" y="19068"/>
                  <a:pt x="577052" y="0"/>
                </a:cubicBezTo>
                <a:cubicBezTo>
                  <a:pt x="823288" y="-19068"/>
                  <a:pt x="875077" y="10360"/>
                  <a:pt x="1067235" y="0"/>
                </a:cubicBezTo>
                <a:cubicBezTo>
                  <a:pt x="1259393" y="-10360"/>
                  <a:pt x="1410699" y="2939"/>
                  <a:pt x="1600853" y="0"/>
                </a:cubicBezTo>
                <a:cubicBezTo>
                  <a:pt x="1791007" y="-2939"/>
                  <a:pt x="2101644" y="-26225"/>
                  <a:pt x="2264773" y="0"/>
                </a:cubicBezTo>
                <a:cubicBezTo>
                  <a:pt x="2427902" y="26225"/>
                  <a:pt x="2690426" y="-27726"/>
                  <a:pt x="2841825" y="0"/>
                </a:cubicBezTo>
                <a:cubicBezTo>
                  <a:pt x="2993224" y="27726"/>
                  <a:pt x="3172320" y="-18569"/>
                  <a:pt x="3375442" y="0"/>
                </a:cubicBezTo>
                <a:cubicBezTo>
                  <a:pt x="3578564" y="18569"/>
                  <a:pt x="4003119" y="21909"/>
                  <a:pt x="4343400" y="0"/>
                </a:cubicBezTo>
                <a:cubicBezTo>
                  <a:pt x="4343798" y="7429"/>
                  <a:pt x="4343380" y="10822"/>
                  <a:pt x="4343400" y="18288"/>
                </a:cubicBezTo>
                <a:cubicBezTo>
                  <a:pt x="4109047" y="14709"/>
                  <a:pt x="3996986" y="7919"/>
                  <a:pt x="3722914" y="18288"/>
                </a:cubicBezTo>
                <a:cubicBezTo>
                  <a:pt x="3448842" y="28657"/>
                  <a:pt x="3340973" y="29252"/>
                  <a:pt x="3189297" y="18288"/>
                </a:cubicBezTo>
                <a:cubicBezTo>
                  <a:pt x="3037621" y="7324"/>
                  <a:pt x="2636891" y="-9539"/>
                  <a:pt x="2481943" y="18288"/>
                </a:cubicBezTo>
                <a:cubicBezTo>
                  <a:pt x="2326995" y="46115"/>
                  <a:pt x="2131632" y="740"/>
                  <a:pt x="1904891" y="18288"/>
                </a:cubicBezTo>
                <a:cubicBezTo>
                  <a:pt x="1678150" y="35836"/>
                  <a:pt x="1575362" y="-3381"/>
                  <a:pt x="1414707" y="18288"/>
                </a:cubicBezTo>
                <a:cubicBezTo>
                  <a:pt x="1254052" y="39957"/>
                  <a:pt x="1051093" y="-335"/>
                  <a:pt x="750788" y="18288"/>
                </a:cubicBezTo>
                <a:cubicBezTo>
                  <a:pt x="450483" y="36911"/>
                  <a:pt x="293781" y="22900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343400" h="18288" stroke="0" extrusionOk="0">
                <a:moveTo>
                  <a:pt x="0" y="0"/>
                </a:moveTo>
                <a:cubicBezTo>
                  <a:pt x="212719" y="-28531"/>
                  <a:pt x="340561" y="-1164"/>
                  <a:pt x="577052" y="0"/>
                </a:cubicBezTo>
                <a:cubicBezTo>
                  <a:pt x="813543" y="1164"/>
                  <a:pt x="866967" y="-9376"/>
                  <a:pt x="1067235" y="0"/>
                </a:cubicBezTo>
                <a:cubicBezTo>
                  <a:pt x="1267503" y="9376"/>
                  <a:pt x="1485778" y="-20470"/>
                  <a:pt x="1774589" y="0"/>
                </a:cubicBezTo>
                <a:cubicBezTo>
                  <a:pt x="2063400" y="20470"/>
                  <a:pt x="2090152" y="-14502"/>
                  <a:pt x="2351641" y="0"/>
                </a:cubicBezTo>
                <a:cubicBezTo>
                  <a:pt x="2613130" y="14502"/>
                  <a:pt x="2802864" y="19125"/>
                  <a:pt x="2928693" y="0"/>
                </a:cubicBezTo>
                <a:cubicBezTo>
                  <a:pt x="3054522" y="-19125"/>
                  <a:pt x="3482611" y="-2038"/>
                  <a:pt x="3636046" y="0"/>
                </a:cubicBezTo>
                <a:cubicBezTo>
                  <a:pt x="3789481" y="2038"/>
                  <a:pt x="4012363" y="973"/>
                  <a:pt x="4343400" y="0"/>
                </a:cubicBezTo>
                <a:cubicBezTo>
                  <a:pt x="4342514" y="5429"/>
                  <a:pt x="4344221" y="14046"/>
                  <a:pt x="4343400" y="18288"/>
                </a:cubicBezTo>
                <a:cubicBezTo>
                  <a:pt x="4078870" y="-6138"/>
                  <a:pt x="4015967" y="29658"/>
                  <a:pt x="3809782" y="18288"/>
                </a:cubicBezTo>
                <a:cubicBezTo>
                  <a:pt x="3603597" y="6918"/>
                  <a:pt x="3495552" y="24439"/>
                  <a:pt x="3189297" y="18288"/>
                </a:cubicBezTo>
                <a:cubicBezTo>
                  <a:pt x="2883042" y="12137"/>
                  <a:pt x="2850610" y="32583"/>
                  <a:pt x="2568811" y="18288"/>
                </a:cubicBezTo>
                <a:cubicBezTo>
                  <a:pt x="2287012" y="3993"/>
                  <a:pt x="2279820" y="23580"/>
                  <a:pt x="1991759" y="18288"/>
                </a:cubicBezTo>
                <a:cubicBezTo>
                  <a:pt x="1703698" y="12996"/>
                  <a:pt x="1616455" y="23157"/>
                  <a:pt x="1284405" y="18288"/>
                </a:cubicBezTo>
                <a:cubicBezTo>
                  <a:pt x="952355" y="13419"/>
                  <a:pt x="783530" y="16053"/>
                  <a:pt x="577052" y="18288"/>
                </a:cubicBezTo>
                <a:cubicBezTo>
                  <a:pt x="370574" y="20523"/>
                  <a:pt x="173929" y="519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46CC12-BA35-8211-65FB-78EEC10DA1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908005"/>
            <a:ext cx="5295015" cy="3268957"/>
          </a:xfrm>
        </p:spPr>
        <p:txBody>
          <a:bodyPr>
            <a:normAutofit/>
          </a:bodyPr>
          <a:lstStyle/>
          <a:p>
            <a:r>
              <a:rPr lang="en-GB" sz="2200" dirty="0"/>
              <a:t>Advantage: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GB" sz="2000" dirty="0"/>
              <a:t>Annotated Animal species</a:t>
            </a:r>
            <a:endParaRPr lang="en-GB" sz="2200" dirty="0"/>
          </a:p>
          <a:p>
            <a:r>
              <a:rPr lang="en-GB" sz="2200" dirty="0"/>
              <a:t>Disadvantage: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GB" sz="2000" dirty="0"/>
              <a:t>very blurry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GB" sz="2000" dirty="0"/>
              <a:t>weird shapes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GB" sz="2000" dirty="0"/>
              <a:t>Huge class imbalance</a:t>
            </a:r>
            <a:br>
              <a:rPr lang="en-GB" sz="2200" dirty="0"/>
            </a:br>
            <a:endParaRPr lang="en-AT" sz="2200" dirty="0"/>
          </a:p>
          <a:p>
            <a:endParaRPr lang="en-AT" sz="22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5F41565-DEFF-C5FE-D737-A2105D8A99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6397" y="3429000"/>
            <a:ext cx="2603605" cy="257105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D039914-6120-7143-596D-8030D7AA58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4328" y="3950972"/>
            <a:ext cx="2603605" cy="152711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EFD022A-648D-1254-B009-5F030696EC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6397" y="942410"/>
            <a:ext cx="5431536" cy="2213351"/>
          </a:xfrm>
          <a:prstGeom prst="rect">
            <a:avLst/>
          </a:prstGeom>
        </p:spPr>
      </p:pic>
      <p:pic>
        <p:nvPicPr>
          <p:cNvPr id="4" name="Picture 3" descr="A yellow line with black text&#10;&#10;AI-generated content may be incorrect.">
            <a:extLst>
              <a:ext uri="{FF2B5EF4-FFF2-40B4-BE49-F238E27FC236}">
                <a16:creationId xmlns:a16="http://schemas.microsoft.com/office/drawing/2014/main" id="{FF091067-412A-66D9-C6E1-6767A06412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2484" y="5302763"/>
            <a:ext cx="6215782" cy="1013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460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C091B8-E1FF-7750-3A8E-1B1233413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en-GB" dirty="0"/>
              <a:t>Dataset:</a:t>
            </a:r>
            <a:br>
              <a:rPr lang="en-GB" sz="3800" dirty="0"/>
            </a:br>
            <a:r>
              <a:rPr lang="en-GB" sz="3200" dirty="0"/>
              <a:t>Matched Frames Subset of the BAMBI UAV Wildlife Dataset</a:t>
            </a:r>
            <a:endParaRPr lang="en-AT" sz="3800" dirty="0"/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21F96A-4457-A16E-86C5-47FF965E24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06624"/>
            <a:ext cx="6894576" cy="3483864"/>
          </a:xfrm>
        </p:spPr>
        <p:txBody>
          <a:bodyPr>
            <a:normAutofit/>
          </a:bodyPr>
          <a:lstStyle/>
          <a:p>
            <a:pPr>
              <a:buFont typeface="Aptos" panose="020B0004020202020204" pitchFamily="34" charset="0"/>
              <a:buChar char="+"/>
            </a:pPr>
            <a:r>
              <a:rPr lang="en-GB" sz="2200" dirty="0"/>
              <a:t>Better quality</a:t>
            </a:r>
          </a:p>
          <a:p>
            <a:pPr>
              <a:buFont typeface="Aptos" panose="020B0004020202020204" pitchFamily="34" charset="0"/>
              <a:buChar char="-"/>
            </a:pPr>
            <a:r>
              <a:rPr lang="en-GB" sz="2200" dirty="0"/>
              <a:t>Less labels</a:t>
            </a:r>
          </a:p>
          <a:p>
            <a:pPr>
              <a:buFont typeface="Aptos" panose="020B0004020202020204" pitchFamily="34" charset="0"/>
              <a:buChar char="-"/>
            </a:pPr>
            <a:r>
              <a:rPr lang="en-GB" sz="2200" dirty="0"/>
              <a:t>No species</a:t>
            </a:r>
          </a:p>
          <a:p>
            <a:pPr marL="0" indent="0">
              <a:buNone/>
            </a:pPr>
            <a:endParaRPr lang="en-GB" sz="2200" dirty="0"/>
          </a:p>
          <a:p>
            <a:r>
              <a:rPr lang="en-GB" sz="2200" dirty="0"/>
              <a:t>Matched </a:t>
            </a:r>
          </a:p>
          <a:p>
            <a:pPr lvl="1"/>
            <a:r>
              <a:rPr lang="en-GB" sz="2200" dirty="0"/>
              <a:t>Train/Val/Test Splits</a:t>
            </a:r>
          </a:p>
          <a:p>
            <a:pPr lvl="1"/>
            <a:r>
              <a:rPr lang="en-GB" sz="2200" dirty="0"/>
              <a:t>Species (class imbalance)</a:t>
            </a:r>
          </a:p>
          <a:p>
            <a:pPr lvl="1"/>
            <a:endParaRPr lang="en-GB" sz="2200" dirty="0"/>
          </a:p>
          <a:p>
            <a:endParaRPr lang="en-GB" sz="2200" dirty="0"/>
          </a:p>
          <a:p>
            <a:endParaRPr lang="en-AT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8B4E11-03BD-12C2-F022-588FD41E72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5270" y="1030472"/>
            <a:ext cx="4014216" cy="22078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50545CD-CE15-C3C0-0D73-8709865A0E08}"/>
              </a:ext>
            </a:extLst>
          </p:cNvPr>
          <p:cNvSpPr txBox="1"/>
          <p:nvPr/>
        </p:nvSpPr>
        <p:spPr>
          <a:xfrm>
            <a:off x="640080" y="6092254"/>
            <a:ext cx="1005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T" dirty="0"/>
              <a:t>https://zenodo.org/records/19034999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4CA581F-E932-D5EF-1856-9ADA97049479}"/>
              </a:ext>
            </a:extLst>
          </p:cNvPr>
          <p:cNvGrpSpPr/>
          <p:nvPr/>
        </p:nvGrpSpPr>
        <p:grpSpPr>
          <a:xfrm>
            <a:off x="7110662" y="4214622"/>
            <a:ext cx="4751392" cy="2174073"/>
            <a:chOff x="3974159" y="2112264"/>
            <a:chExt cx="5779774" cy="2666041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231163D-13E2-938C-66CB-080129038ED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74159" y="2112264"/>
              <a:ext cx="5779774" cy="2666041"/>
            </a:xfrm>
            <a:prstGeom prst="rect">
              <a:avLst/>
            </a:prstGeom>
          </p:spPr>
        </p:pic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99316B8-BB85-ECD5-A3D1-75A032FDD19E}"/>
                    </a:ext>
                  </a:extLst>
                </p14:cNvPr>
                <p14:cNvContentPartPr/>
                <p14:nvPr/>
              </p14:nvContentPartPr>
              <p14:xfrm>
                <a:off x="4107627" y="2817951"/>
                <a:ext cx="1139400" cy="169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99316B8-BB85-ECD5-A3D1-75A032FDD19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042381" y="2684372"/>
                  <a:ext cx="1270330" cy="28363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6E7D9D58-B153-E7C8-FF51-73C95538D796}"/>
                    </a:ext>
                  </a:extLst>
                </p14:cNvPr>
                <p14:cNvContentPartPr/>
                <p14:nvPr/>
              </p14:nvContentPartPr>
              <p14:xfrm>
                <a:off x="4107627" y="4476471"/>
                <a:ext cx="1139040" cy="280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6E7D9D58-B153-E7C8-FF51-73C95538D79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042376" y="4344846"/>
                  <a:ext cx="1269979" cy="290891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8E2248E4-2856-A5D5-1CB9-7D42EFE7543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90604" y="2663768"/>
            <a:ext cx="3995928" cy="161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9238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AAAE94E3-A7DB-4868-B1E3-E49703488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1086C4-678B-C79C-1B2A-00D7251E3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5279408" cy="1128068"/>
          </a:xfrm>
        </p:spPr>
        <p:txBody>
          <a:bodyPr anchor="ctr">
            <a:normAutofit/>
          </a:bodyPr>
          <a:lstStyle/>
          <a:p>
            <a:r>
              <a:rPr lang="en-GB" sz="4000" dirty="0"/>
              <a:t>Explore Dataset</a:t>
            </a:r>
            <a:endParaRPr lang="en-AT" sz="400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123821"/>
            <a:ext cx="4975066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159E96-E027-29CA-6DD8-C3B0D0B020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9" y="2330505"/>
            <a:ext cx="5278066" cy="3979585"/>
          </a:xfrm>
        </p:spPr>
        <p:txBody>
          <a:bodyPr anchor="ctr">
            <a:normAutofit/>
          </a:bodyPr>
          <a:lstStyle/>
          <a:p>
            <a:r>
              <a:rPr lang="en-GB" sz="1600" b="1" dirty="0"/>
              <a:t>SPLIT</a:t>
            </a:r>
            <a:r>
              <a:rPr lang="en-GB" sz="1600" dirty="0"/>
              <a:t>:</a:t>
            </a:r>
          </a:p>
          <a:p>
            <a:pPr lvl="1"/>
            <a:r>
              <a:rPr lang="en-GB" sz="1600" dirty="0"/>
              <a:t>TRAIN: 	11.391</a:t>
            </a:r>
          </a:p>
          <a:p>
            <a:pPr lvl="1"/>
            <a:r>
              <a:rPr lang="en-GB" sz="1600" dirty="0"/>
              <a:t>TEST:	</a:t>
            </a:r>
            <a:r>
              <a:rPr lang="en-GB" sz="1600" dirty="0">
                <a:solidFill>
                  <a:schemeClr val="bg1"/>
                </a:solidFill>
              </a:rPr>
              <a:t>0</a:t>
            </a:r>
            <a:r>
              <a:rPr lang="en-GB" sz="1600" dirty="0"/>
              <a:t>1.934</a:t>
            </a:r>
          </a:p>
          <a:p>
            <a:pPr lvl="1"/>
            <a:r>
              <a:rPr lang="en-GB" sz="1600" dirty="0"/>
              <a:t>VAL:	</a:t>
            </a:r>
            <a:r>
              <a:rPr lang="en-GB" sz="1600" dirty="0">
                <a:solidFill>
                  <a:schemeClr val="bg1"/>
                </a:solidFill>
              </a:rPr>
              <a:t>0.00</a:t>
            </a:r>
            <a:r>
              <a:rPr lang="en-GB" sz="1600" dirty="0"/>
              <a:t>84</a:t>
            </a:r>
          </a:p>
          <a:p>
            <a:r>
              <a:rPr lang="en-GB" sz="1800" b="1" dirty="0"/>
              <a:t>Size / Labels</a:t>
            </a:r>
            <a:r>
              <a:rPr lang="en-GB" sz="1800" dirty="0"/>
              <a:t>:</a:t>
            </a:r>
          </a:p>
          <a:p>
            <a:pPr lvl="1"/>
            <a:r>
              <a:rPr lang="en-GB" sz="1600" dirty="0"/>
              <a:t>Size: 1024 x 1024</a:t>
            </a:r>
          </a:p>
          <a:p>
            <a:pPr lvl="1"/>
            <a:r>
              <a:rPr lang="en-AT" sz="1600" dirty="0"/>
              <a:t>Min area: 21.00</a:t>
            </a:r>
            <a:r>
              <a:rPr lang="en-GB" sz="1600" dirty="0"/>
              <a:t> px²</a:t>
            </a:r>
            <a:endParaRPr lang="en-AT" sz="1600" dirty="0"/>
          </a:p>
          <a:p>
            <a:pPr lvl="1"/>
            <a:r>
              <a:rPr lang="en-AT" sz="1600" dirty="0"/>
              <a:t>Max area: 61620.40</a:t>
            </a:r>
            <a:r>
              <a:rPr lang="en-GB" sz="1600" dirty="0"/>
              <a:t> px²</a:t>
            </a:r>
            <a:endParaRPr lang="en-AT" sz="1600" dirty="0"/>
          </a:p>
          <a:p>
            <a:pPr lvl="1"/>
            <a:r>
              <a:rPr lang="en-AT" sz="1600" dirty="0"/>
              <a:t>Avg area: 1922.42</a:t>
            </a:r>
            <a:r>
              <a:rPr lang="en-GB" sz="1600" dirty="0"/>
              <a:t> px²</a:t>
            </a:r>
            <a:endParaRPr lang="en-GB" sz="1800" dirty="0"/>
          </a:p>
          <a:p>
            <a:r>
              <a:rPr lang="en-GB" sz="1800" dirty="0"/>
              <a:t>Huge </a:t>
            </a:r>
            <a:r>
              <a:rPr lang="en-GB" sz="1800" b="1" dirty="0"/>
              <a:t>class imbalance </a:t>
            </a:r>
            <a:r>
              <a:rPr lang="en-GB" sz="1800" dirty="0"/>
              <a:t>-&gt; every animal = 1class</a:t>
            </a:r>
          </a:p>
          <a:p>
            <a:pPr lvl="1"/>
            <a:endParaRPr lang="en-GB" sz="2000" dirty="0"/>
          </a:p>
          <a:p>
            <a:endParaRPr lang="en-AT" sz="200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7447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CB5D2D7-DF65-4E86-BFBA-FFB9B5ACE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05479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Content Placeholder 6">
            <a:extLst>
              <a:ext uri="{FF2B5EF4-FFF2-40B4-BE49-F238E27FC236}">
                <a16:creationId xmlns:a16="http://schemas.microsoft.com/office/drawing/2014/main" id="{5C052F72-895F-44BA-9837-F648BD9C926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533859" y="559862"/>
            <a:ext cx="3644651" cy="251875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581AEA5-C5EC-4504-7EA5-B122013254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0270" y="3707894"/>
            <a:ext cx="4294273" cy="2518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3947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374B9-0601-87F5-A67B-B56E8F325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42992-8537-E10B-75F3-01EF38FD9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/>
              <a:t>Approach - Overview</a:t>
            </a:r>
            <a:endParaRPr lang="en-AT" sz="5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05325-2469-65FE-9197-6ADC8D61C4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59914"/>
            <a:ext cx="10515600" cy="3821430"/>
          </a:xfrm>
        </p:spPr>
        <p:txBody>
          <a:bodyPr>
            <a:normAutofit/>
          </a:bodyPr>
          <a:lstStyle/>
          <a:p>
            <a:r>
              <a:rPr lang="en-GB" sz="2200" dirty="0"/>
              <a:t>Choose &amp; Explore Dataset</a:t>
            </a:r>
          </a:p>
          <a:p>
            <a:r>
              <a:rPr lang="en-GB" sz="2200" b="1" dirty="0"/>
              <a:t>Data Preprocessing &amp; Annotation</a:t>
            </a:r>
          </a:p>
          <a:p>
            <a:r>
              <a:rPr lang="en-GB" sz="2200" dirty="0"/>
              <a:t>Train Object-detection</a:t>
            </a:r>
          </a:p>
          <a:p>
            <a:r>
              <a:rPr lang="en-GB" sz="2200" dirty="0"/>
              <a:t>Train Object-tracking</a:t>
            </a:r>
          </a:p>
          <a:p>
            <a:r>
              <a:rPr lang="en-GB" sz="2200" dirty="0"/>
              <a:t>Evaluate Model and create Statistics</a:t>
            </a:r>
          </a:p>
          <a:p>
            <a:r>
              <a:rPr lang="en-GB" sz="2200" dirty="0"/>
              <a:t>Visualize Result</a:t>
            </a:r>
            <a:endParaRPr lang="en-AT" sz="2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6907D10-0BB1-F6D0-3959-1625038821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4207" y="676656"/>
            <a:ext cx="3218104" cy="221545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150DB87-D13F-C40D-CEB6-EC45371B3B2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846" b="15124"/>
          <a:stretch>
            <a:fillRect/>
          </a:stretch>
        </p:blipFill>
        <p:spPr>
          <a:xfrm>
            <a:off x="6295206" y="3892830"/>
            <a:ext cx="2679461" cy="198360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8B28F88-D323-D059-74D5-C6508CF364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2955" y="4382957"/>
            <a:ext cx="2723709" cy="1983601"/>
          </a:xfrm>
          <a:prstGeom prst="rect">
            <a:avLst/>
          </a:prstGeom>
        </p:spPr>
      </p:pic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67B9FDEB-8285-B17F-0681-39E54B0F9B22}"/>
              </a:ext>
            </a:extLst>
          </p:cNvPr>
          <p:cNvCxnSpPr>
            <a:cxnSpLocks/>
            <a:stCxn id="7" idx="2"/>
            <a:endCxn id="11" idx="0"/>
          </p:cNvCxnSpPr>
          <p:nvPr/>
        </p:nvCxnSpPr>
        <p:spPr>
          <a:xfrm rot="5400000">
            <a:off x="7963740" y="2563310"/>
            <a:ext cx="1000717" cy="1658322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Curved 16">
            <a:extLst>
              <a:ext uri="{FF2B5EF4-FFF2-40B4-BE49-F238E27FC236}">
                <a16:creationId xmlns:a16="http://schemas.microsoft.com/office/drawing/2014/main" id="{209C9C38-44FD-2DC0-59E8-31B3D443D952}"/>
              </a:ext>
            </a:extLst>
          </p:cNvPr>
          <p:cNvCxnSpPr>
            <a:cxnSpLocks/>
            <a:stCxn id="7" idx="2"/>
            <a:endCxn id="13" idx="0"/>
          </p:cNvCxnSpPr>
          <p:nvPr/>
        </p:nvCxnSpPr>
        <p:spPr>
          <a:xfrm rot="16200000" flipH="1">
            <a:off x="9228612" y="2956759"/>
            <a:ext cx="1490844" cy="1361551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62874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5615BD-14A1-D8BB-F664-87A086496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AAAE94E3-A7DB-4868-B1E3-E49703488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46ED71-17F1-75A8-6E45-24742B397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5279408" cy="1128068"/>
          </a:xfrm>
        </p:spPr>
        <p:txBody>
          <a:bodyPr anchor="ctr">
            <a:normAutofit/>
          </a:bodyPr>
          <a:lstStyle/>
          <a:p>
            <a:r>
              <a:rPr lang="en-GB" sz="3700" b="1" dirty="0"/>
              <a:t>Data Preprocessing </a:t>
            </a:r>
            <a:r>
              <a:rPr lang="en-GB" sz="3700" dirty="0"/>
              <a:t>&amp; Annotation</a:t>
            </a:r>
            <a:endParaRPr lang="en-AT" sz="3700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123821"/>
            <a:ext cx="4975066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4129B2-7360-B4F1-019F-3E73E9CFEC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9" y="2330505"/>
            <a:ext cx="5278066" cy="3979585"/>
          </a:xfrm>
        </p:spPr>
        <p:txBody>
          <a:bodyPr anchor="ctr">
            <a:normAutofit/>
          </a:bodyPr>
          <a:lstStyle/>
          <a:p>
            <a:r>
              <a:rPr lang="en-GB" sz="2400" dirty="0"/>
              <a:t>Clean dataset from</a:t>
            </a:r>
          </a:p>
          <a:p>
            <a:pPr lvl="1"/>
            <a:r>
              <a:rPr lang="en-GB" sz="2000" dirty="0"/>
              <a:t>Blurry images (Laplacian)</a:t>
            </a:r>
          </a:p>
          <a:p>
            <a:pPr lvl="1"/>
            <a:r>
              <a:rPr lang="en-GB" sz="2000" dirty="0"/>
              <a:t>Black images</a:t>
            </a:r>
          </a:p>
          <a:p>
            <a:pPr lvl="1"/>
            <a:r>
              <a:rPr lang="en-GB" sz="2000" dirty="0"/>
              <a:t>Too small / invalid labels</a:t>
            </a:r>
          </a:p>
          <a:p>
            <a:pPr lvl="1"/>
            <a:endParaRPr lang="en-GB" sz="2000" dirty="0"/>
          </a:p>
          <a:p>
            <a:r>
              <a:rPr lang="en-GB" sz="2400" dirty="0"/>
              <a:t>Make Train/Val/Test split</a:t>
            </a:r>
          </a:p>
          <a:p>
            <a:pPr lvl="1"/>
            <a:r>
              <a:rPr lang="en-GB" sz="2000" dirty="0"/>
              <a:t>Was given</a:t>
            </a:r>
          </a:p>
          <a:p>
            <a:pPr lvl="1"/>
            <a:r>
              <a:rPr lang="en-GB" sz="2000" dirty="0"/>
              <a:t>Corrected Split (based on flight id</a:t>
            </a:r>
            <a:r>
              <a:rPr lang="en-GB" sz="2000" dirty="0">
                <a:sym typeface="Wingdings" panose="05000000000000000000" pitchFamily="2" charset="2"/>
              </a:rPr>
              <a:t>)</a:t>
            </a:r>
            <a:endParaRPr lang="en-GB" sz="2000" dirty="0"/>
          </a:p>
          <a:p>
            <a:pPr lvl="1"/>
            <a:endParaRPr lang="en-GB" sz="2000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7447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CB5D2D7-DF65-4E86-BFBA-FFB9B5ACE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05479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80BA7F6-68BB-6111-4E7A-8DC9BE49F38D}"/>
              </a:ext>
            </a:extLst>
          </p:cNvPr>
          <p:cNvGrpSpPr/>
          <p:nvPr/>
        </p:nvGrpSpPr>
        <p:grpSpPr>
          <a:xfrm>
            <a:off x="7178547" y="3707892"/>
            <a:ext cx="4205321" cy="2518755"/>
            <a:chOff x="5770098" y="4178714"/>
            <a:chExt cx="2981741" cy="1785899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941E2BDA-3A67-21A0-BE61-644ACF154F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770098" y="4178714"/>
              <a:ext cx="2915057" cy="781159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9BA2B76-31AA-A1D2-02EE-48264113626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70098" y="5192980"/>
              <a:ext cx="2981741" cy="771633"/>
            </a:xfrm>
            <a:prstGeom prst="rect">
              <a:avLst/>
            </a:prstGeom>
          </p:spPr>
        </p:pic>
        <p:cxnSp>
          <p:nvCxnSpPr>
            <p:cNvPr id="19" name="Connector: Curved 18">
              <a:extLst>
                <a:ext uri="{FF2B5EF4-FFF2-40B4-BE49-F238E27FC236}">
                  <a16:creationId xmlns:a16="http://schemas.microsoft.com/office/drawing/2014/main" id="{052238F3-8435-6449-28AD-46DDD6456C3D}"/>
                </a:ext>
              </a:extLst>
            </p:cNvPr>
            <p:cNvCxnSpPr>
              <a:cxnSpLocks/>
              <a:stCxn id="7" idx="1"/>
              <a:endCxn id="9" idx="1"/>
            </p:cNvCxnSpPr>
            <p:nvPr/>
          </p:nvCxnSpPr>
          <p:spPr>
            <a:xfrm rot="10800000" flipV="1">
              <a:off x="5770098" y="4569293"/>
              <a:ext cx="9005" cy="1009503"/>
            </a:xfrm>
            <a:prstGeom prst="curvedConnector3">
              <a:avLst>
                <a:gd name="adj1" fmla="val 1800000"/>
              </a:avLst>
            </a:prstGeom>
            <a:ln>
              <a:tailEnd type="triangle"/>
            </a:ln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</p:cxn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802112EB-804D-8793-CB2A-BDD29BE70DD4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103349" y="734751"/>
            <a:ext cx="4355715" cy="2044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8451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6CE31-2F57-CFF3-B684-34CB00F5E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D245A1EE-0CBA-B3A6-0187-150EEE1C161A}"/>
              </a:ext>
            </a:extLst>
          </p:cNvPr>
          <p:cNvGrpSpPr/>
          <p:nvPr/>
        </p:nvGrpSpPr>
        <p:grpSpPr>
          <a:xfrm>
            <a:off x="8236730" y="1027904"/>
            <a:ext cx="3866865" cy="3227135"/>
            <a:chOff x="1767968" y="0"/>
            <a:chExt cx="8217493" cy="68580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7CC4B5F-E09A-1001-47CE-9C619391906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67"/>
            <a:stretch>
              <a:fillRect/>
            </a:stretch>
          </p:blipFill>
          <p:spPr>
            <a:xfrm>
              <a:off x="1767968" y="0"/>
              <a:ext cx="8217493" cy="6858000"/>
            </a:xfrm>
            <a:prstGeom prst="rect">
              <a:avLst/>
            </a:prstGeom>
          </p:spPr>
        </p:pic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C7D631F-10B7-26BA-7CAA-4790A276D534}"/>
                    </a:ext>
                  </a:extLst>
                </p14:cNvPr>
                <p14:cNvContentPartPr/>
                <p14:nvPr/>
              </p14:nvContentPartPr>
              <p14:xfrm>
                <a:off x="5879720" y="6717940"/>
                <a:ext cx="761760" cy="342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C7D631F-10B7-26BA-7CAA-4790A276D534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5764997" y="6489940"/>
                  <a:ext cx="990441" cy="4894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43FAB64-97DC-AD07-820D-38737929F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 Preprocessing &amp; </a:t>
            </a:r>
            <a:r>
              <a:rPr lang="en-GB" b="1" dirty="0"/>
              <a:t>Annotation</a:t>
            </a:r>
            <a:endParaRPr lang="en-AT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302BC8-44A4-16CB-AA1C-F0529C7DB2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ROBOFLOW</a:t>
            </a:r>
          </a:p>
          <a:p>
            <a:r>
              <a:rPr lang="en-GB" b="1" dirty="0"/>
              <a:t>Annotated 9.338 images </a:t>
            </a:r>
            <a:r>
              <a:rPr lang="en-GB" dirty="0"/>
              <a:t>(train &amp; </a:t>
            </a:r>
            <a:r>
              <a:rPr lang="en-GB" dirty="0" err="1"/>
              <a:t>val</a:t>
            </a:r>
            <a:r>
              <a:rPr lang="en-GB" dirty="0"/>
              <a:t>)</a:t>
            </a:r>
          </a:p>
          <a:p>
            <a:pPr lvl="1"/>
            <a:r>
              <a:rPr lang="en-GB" dirty="0"/>
              <a:t>Removed wrong annotations</a:t>
            </a:r>
          </a:p>
          <a:p>
            <a:pPr lvl="1"/>
            <a:r>
              <a:rPr lang="en-GB" dirty="0"/>
              <a:t>Corrected sizes</a:t>
            </a:r>
          </a:p>
          <a:p>
            <a:pPr lvl="1"/>
            <a:r>
              <a:rPr lang="en-GB" dirty="0"/>
              <a:t>Created new annotations</a:t>
            </a:r>
          </a:p>
          <a:p>
            <a:pPr lvl="1"/>
            <a:r>
              <a:rPr lang="en-GB" dirty="0"/>
              <a:t>used RGB images for better insight</a:t>
            </a:r>
          </a:p>
          <a:p>
            <a:pPr lvl="1"/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B582C92-96B9-6B3C-418E-A0FCE5D4A86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05" y="4692600"/>
            <a:ext cx="2676674" cy="143817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19819A6-5FA5-001F-B486-06D77E7E68E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3579" y="4692600"/>
            <a:ext cx="2690432" cy="144988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13DAD5B-B647-9261-2E45-CF12BCC7E12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7590" y="4686415"/>
            <a:ext cx="2787878" cy="149054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BB437E9-68C4-0046-EEFF-7DFD7685C76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7724" y="4692600"/>
            <a:ext cx="2676673" cy="1438275"/>
          </a:xfrm>
          <a:prstGeom prst="rect">
            <a:avLst/>
          </a:prstGeom>
        </p:spPr>
      </p:pic>
      <p:cxnSp>
        <p:nvCxnSpPr>
          <p:cNvPr id="20" name="Connector: Curved 19">
            <a:extLst>
              <a:ext uri="{FF2B5EF4-FFF2-40B4-BE49-F238E27FC236}">
                <a16:creationId xmlns:a16="http://schemas.microsoft.com/office/drawing/2014/main" id="{B0868BA7-5CEE-8176-EF71-883403DF054A}"/>
              </a:ext>
            </a:extLst>
          </p:cNvPr>
          <p:cNvCxnSpPr>
            <a:cxnSpLocks/>
            <a:stCxn id="6" idx="2"/>
            <a:endCxn id="14" idx="2"/>
          </p:cNvCxnSpPr>
          <p:nvPr/>
        </p:nvCxnSpPr>
        <p:spPr>
          <a:xfrm rot="16200000" flipH="1">
            <a:off x="2831349" y="4726163"/>
            <a:ext cx="104" cy="2809319"/>
          </a:xfrm>
          <a:prstGeom prst="curvedConnector3">
            <a:avLst>
              <a:gd name="adj1" fmla="val 378657692"/>
            </a:avLst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6DE6C75C-D54A-DF2D-A982-D18AAA386BFD}"/>
              </a:ext>
            </a:extLst>
          </p:cNvPr>
          <p:cNvCxnSpPr>
            <a:cxnSpLocks/>
            <a:stCxn id="10" idx="2"/>
            <a:endCxn id="12" idx="2"/>
          </p:cNvCxnSpPr>
          <p:nvPr/>
        </p:nvCxnSpPr>
        <p:spPr>
          <a:xfrm rot="16200000" flipH="1">
            <a:off x="8812922" y="4628356"/>
            <a:ext cx="34480" cy="3062734"/>
          </a:xfrm>
          <a:prstGeom prst="curvedConnector3">
            <a:avLst>
              <a:gd name="adj1" fmla="val 1131323"/>
            </a:avLst>
          </a:prstGeom>
          <a:ln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6FA06B41-8AF4-D039-7888-E3F6F1F9630C}"/>
              </a:ext>
            </a:extLst>
          </p:cNvPr>
          <p:cNvCxnSpPr>
            <a:cxnSpLocks/>
          </p:cNvCxnSpPr>
          <p:nvPr/>
        </p:nvCxnSpPr>
        <p:spPr>
          <a:xfrm>
            <a:off x="942629" y="1358900"/>
            <a:ext cx="7701382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4" name="Rectangle 53">
            <a:extLst>
              <a:ext uri="{FF2B5EF4-FFF2-40B4-BE49-F238E27FC236}">
                <a16:creationId xmlns:a16="http://schemas.microsoft.com/office/drawing/2014/main" id="{65C2C179-30A0-6E46-DD58-0E919D572CC1}"/>
              </a:ext>
            </a:extLst>
          </p:cNvPr>
          <p:cNvSpPr/>
          <p:nvPr/>
        </p:nvSpPr>
        <p:spPr>
          <a:xfrm>
            <a:off x="148234" y="712069"/>
            <a:ext cx="210045" cy="631671"/>
          </a:xfrm>
          <a:prstGeom prst="rect">
            <a:avLst/>
          </a:prstGeom>
          <a:solidFill>
            <a:srgbClr val="F88B0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70799FE-8724-70ED-8BA7-4E8B929BD6BA}"/>
              </a:ext>
            </a:extLst>
          </p:cNvPr>
          <p:cNvSpPr/>
          <p:nvPr/>
        </p:nvSpPr>
        <p:spPr>
          <a:xfrm>
            <a:off x="-1" y="712069"/>
            <a:ext cx="88405" cy="631671"/>
          </a:xfrm>
          <a:prstGeom prst="rect">
            <a:avLst/>
          </a:prstGeom>
          <a:solidFill>
            <a:srgbClr val="F88B0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 dirty="0"/>
          </a:p>
        </p:txBody>
      </p:sp>
    </p:spTree>
    <p:extLst>
      <p:ext uri="{BB962C8B-B14F-4D97-AF65-F5344CB8AC3E}">
        <p14:creationId xmlns:p14="http://schemas.microsoft.com/office/powerpoint/2010/main" val="3138235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88D1F-ED42-5D8D-9942-E842ED43D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0B38D-225C-145D-4415-3DEF3D830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Approach - Overview</a:t>
            </a:r>
            <a:endParaRPr lang="en-A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AF0905-2092-524F-BB0D-AF370C6760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Choose Dataset</a:t>
            </a:r>
          </a:p>
          <a:p>
            <a:r>
              <a:rPr lang="en-GB" dirty="0"/>
              <a:t>Explore Dataset</a:t>
            </a:r>
          </a:p>
          <a:p>
            <a:r>
              <a:rPr lang="en-GB" dirty="0"/>
              <a:t>Data Preprocessing &amp; Annotation</a:t>
            </a:r>
          </a:p>
          <a:p>
            <a:r>
              <a:rPr lang="en-GB" sz="4000" b="1" dirty="0"/>
              <a:t>Train Object detection</a:t>
            </a:r>
          </a:p>
          <a:p>
            <a:r>
              <a:rPr lang="en-GB" dirty="0"/>
              <a:t>Train Object Tracking</a:t>
            </a:r>
          </a:p>
          <a:p>
            <a:r>
              <a:rPr lang="en-GB" dirty="0"/>
              <a:t>Evaluate Model and create Statistics</a:t>
            </a:r>
          </a:p>
          <a:p>
            <a:r>
              <a:rPr lang="en-GB" dirty="0"/>
              <a:t>Visualize Result</a:t>
            </a:r>
            <a:endParaRPr lang="en-AT" dirty="0"/>
          </a:p>
        </p:txBody>
      </p:sp>
    </p:spTree>
    <p:extLst>
      <p:ext uri="{BB962C8B-B14F-4D97-AF65-F5344CB8AC3E}">
        <p14:creationId xmlns:p14="http://schemas.microsoft.com/office/powerpoint/2010/main" val="30274154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C97C2-26CA-CA7E-E718-C3E51A1D5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DB9E3-7566-735A-39A1-1857568B2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/>
              <a:t>Approach - Overview</a:t>
            </a:r>
            <a:endParaRPr lang="en-AT" sz="5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A79BCC-2A68-FE6F-BAD0-741318413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59914"/>
            <a:ext cx="10515600" cy="3821430"/>
          </a:xfrm>
        </p:spPr>
        <p:txBody>
          <a:bodyPr>
            <a:normAutofit/>
          </a:bodyPr>
          <a:lstStyle/>
          <a:p>
            <a:r>
              <a:rPr lang="en-GB" sz="2200" dirty="0"/>
              <a:t>Choose &amp; Explore Dataset</a:t>
            </a:r>
          </a:p>
          <a:p>
            <a:r>
              <a:rPr lang="en-GB" sz="2200" dirty="0"/>
              <a:t>Data Preprocessing &amp; Annotation</a:t>
            </a:r>
          </a:p>
          <a:p>
            <a:r>
              <a:rPr lang="en-GB" sz="2200" b="1" dirty="0"/>
              <a:t>Train Object-detection</a:t>
            </a:r>
          </a:p>
          <a:p>
            <a:r>
              <a:rPr lang="en-GB" sz="2200" dirty="0"/>
              <a:t>Train Object-tracking</a:t>
            </a:r>
          </a:p>
          <a:p>
            <a:r>
              <a:rPr lang="en-GB" sz="2200" dirty="0"/>
              <a:t>Evaluate Model and create Statistics</a:t>
            </a:r>
          </a:p>
          <a:p>
            <a:r>
              <a:rPr lang="en-GB" sz="2200" dirty="0"/>
              <a:t>Visualize Result</a:t>
            </a:r>
            <a:endParaRPr lang="en-AT" sz="2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F6FC308-687B-BEE8-1182-EA884465F5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4207" y="676656"/>
            <a:ext cx="3218104" cy="221545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A20E9D9-74FB-4BFB-4ED7-CF2E4A7DC9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846" b="15124"/>
          <a:stretch>
            <a:fillRect/>
          </a:stretch>
        </p:blipFill>
        <p:spPr>
          <a:xfrm>
            <a:off x="6295206" y="3892830"/>
            <a:ext cx="2679461" cy="198360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7E8C234-F447-BBE5-FFD3-B6ED192123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2955" y="4382957"/>
            <a:ext cx="2723709" cy="1983601"/>
          </a:xfrm>
          <a:prstGeom prst="rect">
            <a:avLst/>
          </a:prstGeom>
        </p:spPr>
      </p:pic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D7EF8C3C-88BA-DAB4-F609-D169520AB091}"/>
              </a:ext>
            </a:extLst>
          </p:cNvPr>
          <p:cNvCxnSpPr>
            <a:cxnSpLocks/>
            <a:stCxn id="7" idx="2"/>
            <a:endCxn id="11" idx="0"/>
          </p:cNvCxnSpPr>
          <p:nvPr/>
        </p:nvCxnSpPr>
        <p:spPr>
          <a:xfrm rot="5400000">
            <a:off x="7963740" y="2563310"/>
            <a:ext cx="1000717" cy="1658322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Curved 16">
            <a:extLst>
              <a:ext uri="{FF2B5EF4-FFF2-40B4-BE49-F238E27FC236}">
                <a16:creationId xmlns:a16="http://schemas.microsoft.com/office/drawing/2014/main" id="{308FA8E4-4F92-FCB1-1A02-94C5EA17373B}"/>
              </a:ext>
            </a:extLst>
          </p:cNvPr>
          <p:cNvCxnSpPr>
            <a:cxnSpLocks/>
            <a:stCxn id="7" idx="2"/>
            <a:endCxn id="13" idx="0"/>
          </p:cNvCxnSpPr>
          <p:nvPr/>
        </p:nvCxnSpPr>
        <p:spPr>
          <a:xfrm rot="16200000" flipH="1">
            <a:off x="9228612" y="2956759"/>
            <a:ext cx="1490844" cy="1361551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32372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2C82BC-354D-3C45-109E-EE7D5D72D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993A7-ECA4-EA55-F1DB-7B2F8B483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Train Object detection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02C891-2E80-6CA0-9033-A1A02B0A4E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de-AT" b="1" dirty="0"/>
              <a:t>Goal: </a:t>
            </a:r>
            <a:r>
              <a:rPr lang="en-US" dirty="0"/>
              <a:t>detect animals reliably in thermal drone images </a:t>
            </a:r>
          </a:p>
          <a:p>
            <a:endParaRPr lang="en-US" dirty="0"/>
          </a:p>
          <a:p>
            <a:r>
              <a:rPr lang="en-US" dirty="0"/>
              <a:t>Tried YOLO11 with different YOLO checkpoints</a:t>
            </a:r>
          </a:p>
          <a:p>
            <a:r>
              <a:rPr lang="en-US" dirty="0"/>
              <a:t>Used YOLO26 with different YOLO checkpoints and parameter profiles (fast, balanced, quality) </a:t>
            </a:r>
          </a:p>
          <a:p>
            <a:r>
              <a:rPr lang="en-US" dirty="0"/>
              <a:t>Changed HSV_H/S/V all to 0 due to thermal images </a:t>
            </a:r>
          </a:p>
          <a:p>
            <a:r>
              <a:rPr lang="en-US" dirty="0"/>
              <a:t>Used mosaic to make model more robust </a:t>
            </a:r>
          </a:p>
          <a:p>
            <a:r>
              <a:rPr lang="en-US" dirty="0"/>
              <a:t>Retrained with older best weights  </a:t>
            </a:r>
          </a:p>
          <a:p>
            <a:r>
              <a:rPr lang="en-US" dirty="0"/>
              <a:t>Had multiple stages of training –&gt; next slide </a:t>
            </a:r>
          </a:p>
          <a:p>
            <a:endParaRPr lang="en-US" dirty="0"/>
          </a:p>
          <a:p>
            <a:endParaRPr lang="en-US" dirty="0"/>
          </a:p>
          <a:p>
            <a:endParaRPr lang="en-AT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326A7FD-6CB8-9A6B-5467-4855CC4D407B}"/>
              </a:ext>
            </a:extLst>
          </p:cNvPr>
          <p:cNvCxnSpPr>
            <a:cxnSpLocks/>
          </p:cNvCxnSpPr>
          <p:nvPr/>
        </p:nvCxnSpPr>
        <p:spPr>
          <a:xfrm>
            <a:off x="942629" y="1358900"/>
            <a:ext cx="7701382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38A809C5-16FD-B21F-831A-F8ABC1B85190}"/>
              </a:ext>
            </a:extLst>
          </p:cNvPr>
          <p:cNvSpPr/>
          <p:nvPr/>
        </p:nvSpPr>
        <p:spPr>
          <a:xfrm>
            <a:off x="148234" y="712069"/>
            <a:ext cx="210045" cy="631671"/>
          </a:xfrm>
          <a:prstGeom prst="rect">
            <a:avLst/>
          </a:prstGeom>
          <a:solidFill>
            <a:srgbClr val="F88B0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6E0722-FC6C-2CA5-12A0-552FA2B41992}"/>
              </a:ext>
            </a:extLst>
          </p:cNvPr>
          <p:cNvSpPr/>
          <p:nvPr/>
        </p:nvSpPr>
        <p:spPr>
          <a:xfrm>
            <a:off x="-1" y="712069"/>
            <a:ext cx="88405" cy="631671"/>
          </a:xfrm>
          <a:prstGeom prst="rect">
            <a:avLst/>
          </a:prstGeom>
          <a:solidFill>
            <a:srgbClr val="F88B0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CF35D2-A5CC-31B2-074C-347518C2E397}"/>
              </a:ext>
            </a:extLst>
          </p:cNvPr>
          <p:cNvSpPr txBox="1"/>
          <p:nvPr/>
        </p:nvSpPr>
        <p:spPr>
          <a:xfrm>
            <a:off x="8513064" y="4983480"/>
            <a:ext cx="3172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/>
              <a:t>Image </a:t>
            </a:r>
            <a:r>
              <a:rPr lang="de-AT" dirty="0" err="1"/>
              <a:t>of</a:t>
            </a:r>
            <a:r>
              <a:rPr lang="de-AT" dirty="0"/>
              <a:t> </a:t>
            </a:r>
            <a:r>
              <a:rPr lang="de-AT" dirty="0" err="1"/>
              <a:t>train</a:t>
            </a:r>
            <a:r>
              <a:rPr lang="de-AT" dirty="0"/>
              <a:t> </a:t>
            </a:r>
            <a:r>
              <a:rPr lang="de-AT" dirty="0" err="1"/>
              <a:t>batch</a:t>
            </a:r>
            <a:r>
              <a:rPr lang="de-AT" dirty="0"/>
              <a:t> </a:t>
            </a:r>
            <a:r>
              <a:rPr lang="de-AT" dirty="0" err="1"/>
              <a:t>from</a:t>
            </a:r>
            <a:r>
              <a:rPr lang="de-AT" dirty="0"/>
              <a:t> </a:t>
            </a:r>
            <a:r>
              <a:rPr lang="de-AT" dirty="0" err="1"/>
              <a:t>run</a:t>
            </a:r>
            <a:r>
              <a:rPr lang="de-AT" dirty="0"/>
              <a:t>/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2614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17E5806-7A97-179A-A2BC-804F29464EF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6953" b="3679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705685-11F6-DD44-99B0-98638908B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/>
              <a:t>TRAINING APPROACHES</a:t>
            </a:r>
            <a:endParaRPr lang="en-AT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89F8F0F-7B99-765C-FEAF-E093238986E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3175269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4150867F-93B6-837B-3F17-06DB96D14CB8}"/>
              </a:ext>
            </a:extLst>
          </p:cNvPr>
          <p:cNvSpPr txBox="1"/>
          <p:nvPr/>
        </p:nvSpPr>
        <p:spPr>
          <a:xfrm>
            <a:off x="4041648" y="5394960"/>
            <a:ext cx="4624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 err="1"/>
              <a:t>Changed</a:t>
            </a:r>
            <a:r>
              <a:rPr lang="de-AT" dirty="0"/>
              <a:t> </a:t>
            </a:r>
            <a:r>
              <a:rPr lang="de-AT" dirty="0" err="1"/>
              <a:t>to</a:t>
            </a:r>
            <a:r>
              <a:rPr lang="de-AT" dirty="0"/>
              <a:t> </a:t>
            </a:r>
            <a:r>
              <a:rPr lang="de-AT" dirty="0" err="1"/>
              <a:t>other</a:t>
            </a:r>
            <a:r>
              <a:rPr lang="de-AT" dirty="0"/>
              <a:t> </a:t>
            </a:r>
            <a:r>
              <a:rPr lang="de-AT" dirty="0" err="1"/>
              <a:t>dataset</a:t>
            </a:r>
            <a:r>
              <a:rPr lang="de-AT" dirty="0"/>
              <a:t>? </a:t>
            </a:r>
            <a:r>
              <a:rPr lang="de-AT" dirty="0" err="1"/>
              <a:t>Between</a:t>
            </a:r>
            <a:r>
              <a:rPr lang="de-AT" dirty="0"/>
              <a:t> 3 and 4?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05101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E6D6C-DC3D-33A7-CDB5-FB4BB717B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42384-57CB-018A-BE95-7B6A69506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/>
              <a:t>Approach - Overview</a:t>
            </a:r>
            <a:endParaRPr lang="en-AT" sz="5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A9A50-236B-A14C-2906-0D546CDBE3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59914"/>
            <a:ext cx="10515600" cy="3821430"/>
          </a:xfrm>
        </p:spPr>
        <p:txBody>
          <a:bodyPr>
            <a:normAutofit/>
          </a:bodyPr>
          <a:lstStyle/>
          <a:p>
            <a:r>
              <a:rPr lang="en-GB" sz="2200" dirty="0"/>
              <a:t>Choose &amp; Explore Dataset</a:t>
            </a:r>
          </a:p>
          <a:p>
            <a:r>
              <a:rPr lang="en-GB" sz="2200" dirty="0"/>
              <a:t>Data Preprocessing &amp; Annotation</a:t>
            </a:r>
          </a:p>
          <a:p>
            <a:r>
              <a:rPr lang="en-GB" sz="2200" dirty="0"/>
              <a:t>Train Object-detection</a:t>
            </a:r>
          </a:p>
          <a:p>
            <a:r>
              <a:rPr lang="en-GB" sz="2200" b="1" dirty="0"/>
              <a:t>Train Object-tracking</a:t>
            </a:r>
          </a:p>
          <a:p>
            <a:r>
              <a:rPr lang="en-GB" sz="2200" dirty="0"/>
              <a:t>Evaluate Model and create Statistics</a:t>
            </a:r>
          </a:p>
          <a:p>
            <a:r>
              <a:rPr lang="en-GB" sz="2200" dirty="0"/>
              <a:t>Visualize Result</a:t>
            </a:r>
            <a:endParaRPr lang="en-AT" sz="2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FBD485B-91F4-1209-999E-1ABB565C06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4207" y="676656"/>
            <a:ext cx="3218104" cy="221545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9831355-C8B9-8B71-6EE9-2C3C63E04F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846" b="15124"/>
          <a:stretch>
            <a:fillRect/>
          </a:stretch>
        </p:blipFill>
        <p:spPr>
          <a:xfrm>
            <a:off x="6295206" y="3892830"/>
            <a:ext cx="2679461" cy="198360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3607342-E1BE-EAFD-E823-2B15DBF121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2955" y="4382957"/>
            <a:ext cx="2723709" cy="1983601"/>
          </a:xfrm>
          <a:prstGeom prst="rect">
            <a:avLst/>
          </a:prstGeom>
        </p:spPr>
      </p:pic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9845A2FA-3E0D-D5FA-CEF6-583A6F9C2420}"/>
              </a:ext>
            </a:extLst>
          </p:cNvPr>
          <p:cNvCxnSpPr>
            <a:cxnSpLocks/>
            <a:stCxn id="7" idx="2"/>
            <a:endCxn id="11" idx="0"/>
          </p:cNvCxnSpPr>
          <p:nvPr/>
        </p:nvCxnSpPr>
        <p:spPr>
          <a:xfrm rot="5400000">
            <a:off x="7963740" y="2563310"/>
            <a:ext cx="1000717" cy="1658322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Curved 16">
            <a:extLst>
              <a:ext uri="{FF2B5EF4-FFF2-40B4-BE49-F238E27FC236}">
                <a16:creationId xmlns:a16="http://schemas.microsoft.com/office/drawing/2014/main" id="{696E2821-A4AA-C272-02C5-9723195E7F39}"/>
              </a:ext>
            </a:extLst>
          </p:cNvPr>
          <p:cNvCxnSpPr>
            <a:cxnSpLocks/>
            <a:stCxn id="7" idx="2"/>
            <a:endCxn id="13" idx="0"/>
          </p:cNvCxnSpPr>
          <p:nvPr/>
        </p:nvCxnSpPr>
        <p:spPr>
          <a:xfrm rot="16200000" flipH="1">
            <a:off x="9228612" y="2956759"/>
            <a:ext cx="1490844" cy="1361551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24357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DC4BB-C62D-31F7-3F48-03E4CD9D4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87F1A-F915-8937-389A-D2A90EC9A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Train Object Tracking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05F850-7C45-9CB0-C979-0454801DD1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de-AT" b="1" dirty="0"/>
              <a:t>Goal: </a:t>
            </a:r>
            <a:r>
              <a:rPr lang="en-US" dirty="0"/>
              <a:t>keep object IDs stable over time while the drone is moving</a:t>
            </a:r>
          </a:p>
          <a:p>
            <a:endParaRPr lang="de-AT" dirty="0"/>
          </a:p>
          <a:p>
            <a:r>
              <a:rPr lang="en-US" dirty="0"/>
              <a:t>Tracking method: YOLO detections + </a:t>
            </a:r>
            <a:r>
              <a:rPr lang="en-US" dirty="0" err="1"/>
              <a:t>ByteTrack</a:t>
            </a:r>
            <a:r>
              <a:rPr lang="en-US" dirty="0"/>
              <a:t>-based tracking</a:t>
            </a:r>
            <a:endParaRPr lang="de-AT" dirty="0"/>
          </a:p>
          <a:p>
            <a:r>
              <a:rPr lang="de-AT" dirty="0" err="1"/>
              <a:t>Used</a:t>
            </a:r>
            <a:r>
              <a:rPr lang="de-AT" dirty="0"/>
              <a:t> </a:t>
            </a:r>
            <a:r>
              <a:rPr lang="de-AT" dirty="0" err="1"/>
              <a:t>best</a:t>
            </a:r>
            <a:r>
              <a:rPr lang="de-AT" dirty="0"/>
              <a:t> </a:t>
            </a:r>
            <a:r>
              <a:rPr lang="de-AT" dirty="0" err="1"/>
              <a:t>weights</a:t>
            </a:r>
            <a:r>
              <a:rPr lang="de-AT" dirty="0"/>
              <a:t> </a:t>
            </a:r>
            <a:r>
              <a:rPr lang="de-AT" dirty="0" err="1"/>
              <a:t>from</a:t>
            </a:r>
            <a:r>
              <a:rPr lang="de-AT" dirty="0"/>
              <a:t> </a:t>
            </a:r>
            <a:r>
              <a:rPr lang="de-AT" dirty="0" err="1"/>
              <a:t>previous</a:t>
            </a:r>
            <a:r>
              <a:rPr lang="de-AT" dirty="0"/>
              <a:t> </a:t>
            </a:r>
            <a:r>
              <a:rPr lang="de-AT" dirty="0" err="1"/>
              <a:t>detection</a:t>
            </a:r>
            <a:r>
              <a:rPr lang="de-AT" dirty="0"/>
              <a:t> </a:t>
            </a:r>
            <a:r>
              <a:rPr lang="de-AT" dirty="0" err="1"/>
              <a:t>training</a:t>
            </a:r>
            <a:endParaRPr lang="de-AT" dirty="0"/>
          </a:p>
          <a:p>
            <a:r>
              <a:rPr lang="de-AT" dirty="0" err="1"/>
              <a:t>Sequence</a:t>
            </a:r>
            <a:r>
              <a:rPr lang="de-AT" dirty="0"/>
              <a:t> </a:t>
            </a:r>
            <a:r>
              <a:rPr lang="de-AT" dirty="0" err="1"/>
              <a:t>is</a:t>
            </a:r>
            <a:r>
              <a:rPr lang="de-AT" dirty="0"/>
              <a:t> </a:t>
            </a:r>
            <a:r>
              <a:rPr lang="de-AT" dirty="0" err="1"/>
              <a:t>stabilized</a:t>
            </a:r>
            <a:r>
              <a:rPr lang="de-AT" dirty="0"/>
              <a:t>  </a:t>
            </a:r>
            <a:r>
              <a:rPr lang="de-AT" dirty="0" err="1"/>
              <a:t>for</a:t>
            </a:r>
            <a:r>
              <a:rPr lang="de-AT" dirty="0"/>
              <a:t> </a:t>
            </a:r>
            <a:r>
              <a:rPr lang="de-AT" dirty="0" err="1"/>
              <a:t>drone</a:t>
            </a:r>
            <a:r>
              <a:rPr lang="de-AT" dirty="0"/>
              <a:t> </a:t>
            </a:r>
            <a:r>
              <a:rPr lang="de-AT" dirty="0" err="1"/>
              <a:t>movement</a:t>
            </a:r>
            <a:r>
              <a:rPr lang="de-AT" dirty="0"/>
              <a:t> (on </a:t>
            </a:r>
            <a:r>
              <a:rPr lang="de-AT" dirty="0" err="1"/>
              <a:t>reference</a:t>
            </a:r>
            <a:r>
              <a:rPr lang="de-AT" dirty="0"/>
              <a:t> frame)</a:t>
            </a:r>
          </a:p>
          <a:p>
            <a:r>
              <a:rPr lang="de-AT" dirty="0"/>
              <a:t>Implementation </a:t>
            </a:r>
            <a:r>
              <a:rPr lang="de-AT" dirty="0" err="1"/>
              <a:t>details</a:t>
            </a:r>
            <a:r>
              <a:rPr lang="de-AT" dirty="0"/>
              <a:t> ….</a:t>
            </a:r>
          </a:p>
          <a:p>
            <a:pPr marL="0" indent="0">
              <a:buNone/>
            </a:pPr>
            <a:endParaRPr lang="de-AT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735CB12-E2D3-42E0-4161-79BFEF7ACC4F}"/>
              </a:ext>
            </a:extLst>
          </p:cNvPr>
          <p:cNvCxnSpPr>
            <a:cxnSpLocks/>
          </p:cNvCxnSpPr>
          <p:nvPr/>
        </p:nvCxnSpPr>
        <p:spPr>
          <a:xfrm>
            <a:off x="942629" y="1358900"/>
            <a:ext cx="7701382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90781685-57CC-846B-AF68-3E7719CAF31C}"/>
              </a:ext>
            </a:extLst>
          </p:cNvPr>
          <p:cNvSpPr/>
          <p:nvPr/>
        </p:nvSpPr>
        <p:spPr>
          <a:xfrm>
            <a:off x="148234" y="712069"/>
            <a:ext cx="210045" cy="631671"/>
          </a:xfrm>
          <a:prstGeom prst="rect">
            <a:avLst/>
          </a:prstGeom>
          <a:solidFill>
            <a:srgbClr val="F88B0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6A6EFEB-FC7F-FECF-984F-4E3B91C4CD90}"/>
              </a:ext>
            </a:extLst>
          </p:cNvPr>
          <p:cNvSpPr/>
          <p:nvPr/>
        </p:nvSpPr>
        <p:spPr>
          <a:xfrm>
            <a:off x="-1" y="712069"/>
            <a:ext cx="88405" cy="631671"/>
          </a:xfrm>
          <a:prstGeom prst="rect">
            <a:avLst/>
          </a:prstGeom>
          <a:solidFill>
            <a:srgbClr val="F88B0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T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E2E7C0-6C43-7FB5-5B0D-C15E163C996A}"/>
              </a:ext>
            </a:extLst>
          </p:cNvPr>
          <p:cNvSpPr txBox="1"/>
          <p:nvPr/>
        </p:nvSpPr>
        <p:spPr>
          <a:xfrm>
            <a:off x="3405808" y="5129768"/>
            <a:ext cx="53803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/>
              <a:t>Some </a:t>
            </a:r>
            <a:r>
              <a:rPr lang="de-AT" dirty="0" err="1"/>
              <a:t>vis</a:t>
            </a:r>
            <a:r>
              <a:rPr lang="de-AT" dirty="0"/>
              <a:t>, but </a:t>
            </a:r>
            <a:r>
              <a:rPr lang="de-AT" dirty="0" err="1"/>
              <a:t>only</a:t>
            </a:r>
            <a:r>
              <a:rPr lang="de-AT" dirty="0"/>
              <a:t> </a:t>
            </a:r>
            <a:r>
              <a:rPr lang="de-AT" dirty="0" err="1"/>
              <a:t>small</a:t>
            </a:r>
            <a:r>
              <a:rPr lang="de-AT" dirty="0"/>
              <a:t> </a:t>
            </a:r>
            <a:r>
              <a:rPr lang="de-AT" dirty="0" err="1"/>
              <a:t>peak</a:t>
            </a:r>
            <a:r>
              <a:rPr lang="de-AT" dirty="0"/>
              <a:t> </a:t>
            </a:r>
            <a:r>
              <a:rPr lang="de-AT" dirty="0" err="1"/>
              <a:t>since</a:t>
            </a:r>
            <a:r>
              <a:rPr lang="de-AT" dirty="0"/>
              <a:t> </a:t>
            </a:r>
            <a:r>
              <a:rPr lang="de-AT" dirty="0" err="1"/>
              <a:t>rest</a:t>
            </a:r>
            <a:r>
              <a:rPr lang="de-AT" dirty="0"/>
              <a:t> on </a:t>
            </a:r>
            <a:r>
              <a:rPr lang="de-AT" dirty="0" err="1"/>
              <a:t>vis</a:t>
            </a:r>
            <a:r>
              <a:rPr lang="de-AT" dirty="0"/>
              <a:t> </a:t>
            </a:r>
            <a:r>
              <a:rPr lang="de-AT" dirty="0" err="1"/>
              <a:t>slides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48298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CA8016-F63E-30BE-70E4-D5EF333C3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B8B36-D813-7BAC-43F3-227A28E1B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/>
              <a:t>Approach - Overview</a:t>
            </a:r>
            <a:endParaRPr lang="en-AT" sz="5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86721-D598-E211-5A03-B4F3B5CC94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59914"/>
            <a:ext cx="10515600" cy="3821430"/>
          </a:xfrm>
        </p:spPr>
        <p:txBody>
          <a:bodyPr>
            <a:normAutofit/>
          </a:bodyPr>
          <a:lstStyle/>
          <a:p>
            <a:r>
              <a:rPr lang="en-GB" sz="2200" dirty="0"/>
              <a:t>Choose &amp; Explore Dataset</a:t>
            </a:r>
          </a:p>
          <a:p>
            <a:r>
              <a:rPr lang="en-GB" sz="2200" dirty="0"/>
              <a:t>Data Preprocessing &amp; Annotation</a:t>
            </a:r>
          </a:p>
          <a:p>
            <a:r>
              <a:rPr lang="en-GB" sz="2200" dirty="0"/>
              <a:t>Train Object-detection</a:t>
            </a:r>
          </a:p>
          <a:p>
            <a:r>
              <a:rPr lang="en-GB" sz="2200" dirty="0"/>
              <a:t>Train Object-tracking</a:t>
            </a:r>
          </a:p>
          <a:p>
            <a:r>
              <a:rPr lang="en-GB" sz="2200" b="1" dirty="0"/>
              <a:t>Evaluate Model and create Statistics</a:t>
            </a:r>
          </a:p>
          <a:p>
            <a:r>
              <a:rPr lang="en-GB" sz="2200" dirty="0"/>
              <a:t>Visualize Result</a:t>
            </a:r>
            <a:endParaRPr lang="en-AT" sz="2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0B618F1-1C36-6FEE-2478-CC6CCD2735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4207" y="676656"/>
            <a:ext cx="3218104" cy="221545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6EACC26-83B5-5F38-A1F0-1279FEAEC7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846" b="15124"/>
          <a:stretch>
            <a:fillRect/>
          </a:stretch>
        </p:blipFill>
        <p:spPr>
          <a:xfrm>
            <a:off x="6295206" y="3892830"/>
            <a:ext cx="2679461" cy="198360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A7FCCA6-4000-EE2A-F9EF-F755BE11AE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2955" y="4382957"/>
            <a:ext cx="2723709" cy="1983601"/>
          </a:xfrm>
          <a:prstGeom prst="rect">
            <a:avLst/>
          </a:prstGeom>
        </p:spPr>
      </p:pic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1A64453A-11AA-3911-76CD-7B22FC3FA6A3}"/>
              </a:ext>
            </a:extLst>
          </p:cNvPr>
          <p:cNvCxnSpPr>
            <a:cxnSpLocks/>
            <a:stCxn id="7" idx="2"/>
            <a:endCxn id="11" idx="0"/>
          </p:cNvCxnSpPr>
          <p:nvPr/>
        </p:nvCxnSpPr>
        <p:spPr>
          <a:xfrm rot="5400000">
            <a:off x="7963740" y="2563310"/>
            <a:ext cx="1000717" cy="1658322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Curved 16">
            <a:extLst>
              <a:ext uri="{FF2B5EF4-FFF2-40B4-BE49-F238E27FC236}">
                <a16:creationId xmlns:a16="http://schemas.microsoft.com/office/drawing/2014/main" id="{36DA57F0-34EB-9F4D-E344-5FF36BFBA28C}"/>
              </a:ext>
            </a:extLst>
          </p:cNvPr>
          <p:cNvCxnSpPr>
            <a:cxnSpLocks/>
            <a:stCxn id="7" idx="2"/>
            <a:endCxn id="13" idx="0"/>
          </p:cNvCxnSpPr>
          <p:nvPr/>
        </p:nvCxnSpPr>
        <p:spPr>
          <a:xfrm rot="16200000" flipH="1">
            <a:off x="9228612" y="2956759"/>
            <a:ext cx="1490844" cy="1361551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4661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5002B-649F-4470-3C04-B8C0C0164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68644-0B21-697B-76B4-96EFA6E2F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Evaluate Model and create Statistics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654117-81CA-233B-45BD-9B8436C7CD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11670543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DD5BF-4911-4184-8C61-E53F3761A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DC99A-459D-B46A-FD40-B8FD4514A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sz="5400"/>
              <a:t>Approach - Overview</a:t>
            </a:r>
            <a:endParaRPr lang="en-AT" sz="54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B7ACF9-28FA-27FD-ED47-FC5502568A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59914"/>
            <a:ext cx="10515600" cy="3821430"/>
          </a:xfrm>
        </p:spPr>
        <p:txBody>
          <a:bodyPr>
            <a:normAutofit/>
          </a:bodyPr>
          <a:lstStyle/>
          <a:p>
            <a:r>
              <a:rPr lang="en-GB" sz="2200" dirty="0"/>
              <a:t>Choose &amp; Explore Dataset</a:t>
            </a:r>
          </a:p>
          <a:p>
            <a:r>
              <a:rPr lang="en-GB" sz="2200" dirty="0"/>
              <a:t>Data Preprocessing &amp; Annotation</a:t>
            </a:r>
          </a:p>
          <a:p>
            <a:r>
              <a:rPr lang="en-GB" sz="2200" dirty="0"/>
              <a:t>Train Object-detection</a:t>
            </a:r>
          </a:p>
          <a:p>
            <a:r>
              <a:rPr lang="en-GB" sz="2200" dirty="0"/>
              <a:t>Train Object-tracking</a:t>
            </a:r>
          </a:p>
          <a:p>
            <a:r>
              <a:rPr lang="en-GB" sz="2200" dirty="0"/>
              <a:t>Evaluate Model and create Statistics</a:t>
            </a:r>
          </a:p>
          <a:p>
            <a:r>
              <a:rPr lang="en-GB" sz="2200" b="1" dirty="0"/>
              <a:t>Visualize Result</a:t>
            </a:r>
            <a:endParaRPr lang="en-AT" sz="22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D0208B4-7BD3-BA50-566C-98B64C34A1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4207" y="676656"/>
            <a:ext cx="3218104" cy="221545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4DF2238-D37D-2568-822C-815619CDCC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846" b="15124"/>
          <a:stretch>
            <a:fillRect/>
          </a:stretch>
        </p:blipFill>
        <p:spPr>
          <a:xfrm>
            <a:off x="6295206" y="3892830"/>
            <a:ext cx="2679461" cy="198360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8AAC86E-B179-C881-1636-5CA228179C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2955" y="4382957"/>
            <a:ext cx="2723709" cy="1983601"/>
          </a:xfrm>
          <a:prstGeom prst="rect">
            <a:avLst/>
          </a:prstGeom>
        </p:spPr>
      </p:pic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A2E93C5E-08DC-BB8E-844C-7F6A5D65A557}"/>
              </a:ext>
            </a:extLst>
          </p:cNvPr>
          <p:cNvCxnSpPr>
            <a:cxnSpLocks/>
            <a:stCxn id="7" idx="2"/>
            <a:endCxn id="11" idx="0"/>
          </p:cNvCxnSpPr>
          <p:nvPr/>
        </p:nvCxnSpPr>
        <p:spPr>
          <a:xfrm rot="5400000">
            <a:off x="7963740" y="2563310"/>
            <a:ext cx="1000717" cy="1658322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Curved 16">
            <a:extLst>
              <a:ext uri="{FF2B5EF4-FFF2-40B4-BE49-F238E27FC236}">
                <a16:creationId xmlns:a16="http://schemas.microsoft.com/office/drawing/2014/main" id="{3E0BBEDB-78BA-7526-9BE6-74EE492939AA}"/>
              </a:ext>
            </a:extLst>
          </p:cNvPr>
          <p:cNvCxnSpPr>
            <a:cxnSpLocks/>
            <a:stCxn id="7" idx="2"/>
            <a:endCxn id="13" idx="0"/>
          </p:cNvCxnSpPr>
          <p:nvPr/>
        </p:nvCxnSpPr>
        <p:spPr>
          <a:xfrm rot="16200000" flipH="1">
            <a:off x="9228612" y="2956759"/>
            <a:ext cx="1490844" cy="1361551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74827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F921FF-87CB-CF54-A7D9-308F9F9A0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3EDED-34C2-F447-C7E5-A31B21886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Visualize Result</a:t>
            </a:r>
            <a:endParaRPr lang="en-A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FBE5D-62F2-576A-9BE9-013358E46C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Stabilized frame sequence with overlaid IDs</a:t>
            </a:r>
          </a:p>
          <a:p>
            <a:r>
              <a:rPr lang="en-US" dirty="0"/>
              <a:t>Trajectory visualization</a:t>
            </a:r>
          </a:p>
          <a:p>
            <a:r>
              <a:rPr lang="en-US" dirty="0"/>
              <a:t>Heatmap of object movement</a:t>
            </a:r>
          </a:p>
          <a:p>
            <a:r>
              <a:rPr lang="en-US" dirty="0"/>
              <a:t>Video-like frame sequence for step-by-step inspection</a:t>
            </a:r>
          </a:p>
          <a:p>
            <a:endParaRPr lang="en-AT" dirty="0"/>
          </a:p>
        </p:txBody>
      </p:sp>
    </p:spTree>
    <p:extLst>
      <p:ext uri="{BB962C8B-B14F-4D97-AF65-F5344CB8AC3E}">
        <p14:creationId xmlns:p14="http://schemas.microsoft.com/office/powerpoint/2010/main" val="32053240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2C8D6-9339-4A34-7137-8EDA83566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HELPER SLIDES:</a:t>
            </a:r>
            <a:endParaRPr lang="en-A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037BB3-A96F-14B8-2422-B9E302552B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T"/>
          </a:p>
        </p:txBody>
      </p:sp>
    </p:spTree>
    <p:extLst>
      <p:ext uri="{BB962C8B-B14F-4D97-AF65-F5344CB8AC3E}">
        <p14:creationId xmlns:p14="http://schemas.microsoft.com/office/powerpoint/2010/main" val="38506436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9B6CD22E-2269-419F-9E81-016EA035D4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959237-F57B-B130-4602-9420589C2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132" y="1295231"/>
            <a:ext cx="5895178" cy="380744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Thank you for your attention!</a:t>
            </a: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AA607D34-E2A9-4595-9DB2-5472E077CA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07082" y="0"/>
            <a:ext cx="4884918" cy="6858000"/>
          </a:xfrm>
          <a:custGeom>
            <a:avLst/>
            <a:gdLst>
              <a:gd name="connsiteX0" fmla="*/ 1097203 w 4884918"/>
              <a:gd name="connsiteY0" fmla="*/ 0 h 6858000"/>
              <a:gd name="connsiteX1" fmla="*/ 1154155 w 4884918"/>
              <a:gd name="connsiteY1" fmla="*/ 0 h 6858000"/>
              <a:gd name="connsiteX2" fmla="*/ 972305 w 4884918"/>
              <a:gd name="connsiteY2" fmla="*/ 343212 h 6858000"/>
              <a:gd name="connsiteX3" fmla="*/ 780524 w 4884918"/>
              <a:gd name="connsiteY3" fmla="*/ 761067 h 6858000"/>
              <a:gd name="connsiteX4" fmla="*/ 737045 w 4884918"/>
              <a:gd name="connsiteY4" fmla="*/ 865164 h 6858000"/>
              <a:gd name="connsiteX5" fmla="*/ 762322 w 4884918"/>
              <a:gd name="connsiteY5" fmla="*/ 830676 h 6858000"/>
              <a:gd name="connsiteX6" fmla="*/ 1118805 w 4884918"/>
              <a:gd name="connsiteY6" fmla="*/ 160440 h 6858000"/>
              <a:gd name="connsiteX7" fmla="*/ 1221640 w 4884918"/>
              <a:gd name="connsiteY7" fmla="*/ 0 h 6858000"/>
              <a:gd name="connsiteX8" fmla="*/ 4884918 w 4884918"/>
              <a:gd name="connsiteY8" fmla="*/ 0 h 6858000"/>
              <a:gd name="connsiteX9" fmla="*/ 4884918 w 4884918"/>
              <a:gd name="connsiteY9" fmla="*/ 6857999 h 6858000"/>
              <a:gd name="connsiteX10" fmla="*/ 4884918 w 4884918"/>
              <a:gd name="connsiteY10" fmla="*/ 6858000 h 6858000"/>
              <a:gd name="connsiteX11" fmla="*/ 704817 w 4884918"/>
              <a:gd name="connsiteY11" fmla="*/ 6858000 h 6858000"/>
              <a:gd name="connsiteX12" fmla="*/ 618717 w 4884918"/>
              <a:gd name="connsiteY12" fmla="*/ 6672538 h 6858000"/>
              <a:gd name="connsiteX13" fmla="*/ 309324 w 4884918"/>
              <a:gd name="connsiteY13" fmla="*/ 5833618 h 6858000"/>
              <a:gd name="connsiteX14" fmla="*/ 209850 w 4884918"/>
              <a:gd name="connsiteY14" fmla="*/ 5484180 h 6858000"/>
              <a:gd name="connsiteX15" fmla="*/ 211619 w 4884918"/>
              <a:gd name="connsiteY15" fmla="*/ 5517653 h 6858000"/>
              <a:gd name="connsiteX16" fmla="*/ 361778 w 4884918"/>
              <a:gd name="connsiteY16" fmla="*/ 6145524 h 6858000"/>
              <a:gd name="connsiteX17" fmla="*/ 591356 w 4884918"/>
              <a:gd name="connsiteY17" fmla="*/ 6843306 h 6858000"/>
              <a:gd name="connsiteX18" fmla="*/ 597415 w 4884918"/>
              <a:gd name="connsiteY18" fmla="*/ 6858000 h 6858000"/>
              <a:gd name="connsiteX19" fmla="*/ 545224 w 4884918"/>
              <a:gd name="connsiteY19" fmla="*/ 6858000 h 6858000"/>
              <a:gd name="connsiteX20" fmla="*/ 533604 w 4884918"/>
              <a:gd name="connsiteY20" fmla="*/ 6830072 h 6858000"/>
              <a:gd name="connsiteX21" fmla="*/ 169657 w 4884918"/>
              <a:gd name="connsiteY21" fmla="*/ 5556577 h 6858000"/>
              <a:gd name="connsiteX22" fmla="*/ 12169 w 4884918"/>
              <a:gd name="connsiteY22" fmla="*/ 4362835 h 6858000"/>
              <a:gd name="connsiteX23" fmla="*/ 46168 w 4884918"/>
              <a:gd name="connsiteY23" fmla="*/ 3338487 h 6858000"/>
              <a:gd name="connsiteX24" fmla="*/ 490574 w 4884918"/>
              <a:gd name="connsiteY24" fmla="*/ 1381078 h 6858000"/>
              <a:gd name="connsiteX25" fmla="*/ 984701 w 4884918"/>
              <a:gd name="connsiteY25" fmla="*/ 20824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4884918" h="6858000">
                <a:moveTo>
                  <a:pt x="1097203" y="0"/>
                </a:moveTo>
                <a:lnTo>
                  <a:pt x="1154155" y="0"/>
                </a:lnTo>
                <a:lnTo>
                  <a:pt x="972305" y="343212"/>
                </a:lnTo>
                <a:cubicBezTo>
                  <a:pt x="904739" y="480367"/>
                  <a:pt x="840941" y="619727"/>
                  <a:pt x="780524" y="761067"/>
                </a:cubicBezTo>
                <a:cubicBezTo>
                  <a:pt x="765737" y="795681"/>
                  <a:pt x="751579" y="830550"/>
                  <a:pt x="737045" y="865164"/>
                </a:cubicBezTo>
                <a:cubicBezTo>
                  <a:pt x="748306" y="856057"/>
                  <a:pt x="757014" y="844174"/>
                  <a:pt x="762322" y="830676"/>
                </a:cubicBezTo>
                <a:cubicBezTo>
                  <a:pt x="870201" y="600612"/>
                  <a:pt x="988539" y="376889"/>
                  <a:pt x="1118805" y="160440"/>
                </a:cubicBezTo>
                <a:lnTo>
                  <a:pt x="1221640" y="0"/>
                </a:lnTo>
                <a:lnTo>
                  <a:pt x="4884918" y="0"/>
                </a:lnTo>
                <a:lnTo>
                  <a:pt x="4884918" y="6857999"/>
                </a:lnTo>
                <a:lnTo>
                  <a:pt x="4884918" y="6858000"/>
                </a:lnTo>
                <a:lnTo>
                  <a:pt x="704817" y="6858000"/>
                </a:lnTo>
                <a:lnTo>
                  <a:pt x="618717" y="6672538"/>
                </a:lnTo>
                <a:cubicBezTo>
                  <a:pt x="501618" y="6400947"/>
                  <a:pt x="398622" y="6121213"/>
                  <a:pt x="309324" y="5833618"/>
                </a:cubicBezTo>
                <a:cubicBezTo>
                  <a:pt x="275071" y="5723183"/>
                  <a:pt x="246125" y="5611225"/>
                  <a:pt x="209850" y="5484180"/>
                </a:cubicBezTo>
                <a:cubicBezTo>
                  <a:pt x="209859" y="5495363"/>
                  <a:pt x="210448" y="5506534"/>
                  <a:pt x="211619" y="5517653"/>
                </a:cubicBezTo>
                <a:cubicBezTo>
                  <a:pt x="261166" y="5727113"/>
                  <a:pt x="303888" y="5938474"/>
                  <a:pt x="361778" y="6145524"/>
                </a:cubicBezTo>
                <a:cubicBezTo>
                  <a:pt x="428356" y="6383258"/>
                  <a:pt x="504422" y="6616111"/>
                  <a:pt x="591356" y="6843306"/>
                </a:cubicBezTo>
                <a:lnTo>
                  <a:pt x="597415" y="6858000"/>
                </a:lnTo>
                <a:lnTo>
                  <a:pt x="545224" y="6858000"/>
                </a:lnTo>
                <a:lnTo>
                  <a:pt x="533604" y="6830072"/>
                </a:lnTo>
                <a:cubicBezTo>
                  <a:pt x="376384" y="6416985"/>
                  <a:pt x="257344" y="5991917"/>
                  <a:pt x="169657" y="5556577"/>
                </a:cubicBezTo>
                <a:cubicBezTo>
                  <a:pt x="90154" y="5162256"/>
                  <a:pt x="43261" y="4763750"/>
                  <a:pt x="12169" y="4362835"/>
                </a:cubicBezTo>
                <a:cubicBezTo>
                  <a:pt x="-14122" y="4019865"/>
                  <a:pt x="4458" y="3679429"/>
                  <a:pt x="46168" y="3338487"/>
                </a:cubicBezTo>
                <a:cubicBezTo>
                  <a:pt x="125796" y="2672248"/>
                  <a:pt x="274744" y="2016203"/>
                  <a:pt x="490574" y="1381078"/>
                </a:cubicBezTo>
                <a:cubicBezTo>
                  <a:pt x="629230" y="976550"/>
                  <a:pt x="791584" y="584320"/>
                  <a:pt x="984701" y="208241"/>
                </a:cubicBezTo>
                <a:close/>
              </a:path>
            </a:pathLst>
          </a:custGeom>
          <a:solidFill>
            <a:schemeClr val="accent2"/>
          </a:solidFill>
          <a:ln w="685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33" name="sketch line">
            <a:extLst>
              <a:ext uri="{FF2B5EF4-FFF2-40B4-BE49-F238E27FC236}">
                <a16:creationId xmlns:a16="http://schemas.microsoft.com/office/drawing/2014/main" id="{63DAB858-5A0C-4AFF-AAC6-705EDF8DB7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0180" y="5439978"/>
            <a:ext cx="5897880" cy="18288"/>
          </a:xfrm>
          <a:custGeom>
            <a:avLst/>
            <a:gdLst>
              <a:gd name="csX0" fmla="*/ 0 w 5897880"/>
              <a:gd name="csY0" fmla="*/ 0 h 18288"/>
              <a:gd name="csX1" fmla="*/ 537362 w 5897880"/>
              <a:gd name="csY1" fmla="*/ 0 h 18288"/>
              <a:gd name="csX2" fmla="*/ 1133704 w 5897880"/>
              <a:gd name="csY2" fmla="*/ 0 h 18288"/>
              <a:gd name="csX3" fmla="*/ 1671066 w 5897880"/>
              <a:gd name="csY3" fmla="*/ 0 h 18288"/>
              <a:gd name="csX4" fmla="*/ 2385365 w 5897880"/>
              <a:gd name="csY4" fmla="*/ 0 h 18288"/>
              <a:gd name="csX5" fmla="*/ 3040685 w 5897880"/>
              <a:gd name="csY5" fmla="*/ 0 h 18288"/>
              <a:gd name="csX6" fmla="*/ 3696005 w 5897880"/>
              <a:gd name="csY6" fmla="*/ 0 h 18288"/>
              <a:gd name="csX7" fmla="*/ 4469282 w 5897880"/>
              <a:gd name="csY7" fmla="*/ 0 h 18288"/>
              <a:gd name="csX8" fmla="*/ 5183581 w 5897880"/>
              <a:gd name="csY8" fmla="*/ 0 h 18288"/>
              <a:gd name="csX9" fmla="*/ 5897880 w 5897880"/>
              <a:gd name="csY9" fmla="*/ 0 h 18288"/>
              <a:gd name="csX10" fmla="*/ 5897880 w 5897880"/>
              <a:gd name="csY10" fmla="*/ 18288 h 18288"/>
              <a:gd name="csX11" fmla="*/ 5419496 w 5897880"/>
              <a:gd name="csY11" fmla="*/ 18288 h 18288"/>
              <a:gd name="csX12" fmla="*/ 4882134 w 5897880"/>
              <a:gd name="csY12" fmla="*/ 18288 h 18288"/>
              <a:gd name="csX13" fmla="*/ 4167835 w 5897880"/>
              <a:gd name="csY13" fmla="*/ 18288 h 18288"/>
              <a:gd name="csX14" fmla="*/ 3394558 w 5897880"/>
              <a:gd name="csY14" fmla="*/ 18288 h 18288"/>
              <a:gd name="csX15" fmla="*/ 2798216 w 5897880"/>
              <a:gd name="csY15" fmla="*/ 18288 h 18288"/>
              <a:gd name="csX16" fmla="*/ 2024939 w 5897880"/>
              <a:gd name="csY16" fmla="*/ 18288 h 18288"/>
              <a:gd name="csX17" fmla="*/ 1487576 w 5897880"/>
              <a:gd name="csY17" fmla="*/ 18288 h 18288"/>
              <a:gd name="csX18" fmla="*/ 1009193 w 5897880"/>
              <a:gd name="csY18" fmla="*/ 18288 h 18288"/>
              <a:gd name="csX19" fmla="*/ 0 w 5897880"/>
              <a:gd name="csY19" fmla="*/ 18288 h 18288"/>
              <a:gd name="csX20" fmla="*/ 0 w 5897880"/>
              <a:gd name="csY2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5897880" h="18288" fill="none" extrusionOk="0">
                <a:moveTo>
                  <a:pt x="0" y="0"/>
                </a:moveTo>
                <a:cubicBezTo>
                  <a:pt x="232564" y="21549"/>
                  <a:pt x="389747" y="7320"/>
                  <a:pt x="537362" y="0"/>
                </a:cubicBezTo>
                <a:cubicBezTo>
                  <a:pt x="684977" y="-7320"/>
                  <a:pt x="894159" y="-7726"/>
                  <a:pt x="1133704" y="0"/>
                </a:cubicBezTo>
                <a:cubicBezTo>
                  <a:pt x="1373249" y="7726"/>
                  <a:pt x="1440352" y="-304"/>
                  <a:pt x="1671066" y="0"/>
                </a:cubicBezTo>
                <a:cubicBezTo>
                  <a:pt x="1901780" y="304"/>
                  <a:pt x="2091497" y="765"/>
                  <a:pt x="2385365" y="0"/>
                </a:cubicBezTo>
                <a:cubicBezTo>
                  <a:pt x="2679233" y="-765"/>
                  <a:pt x="2762926" y="2802"/>
                  <a:pt x="3040685" y="0"/>
                </a:cubicBezTo>
                <a:cubicBezTo>
                  <a:pt x="3318444" y="-2802"/>
                  <a:pt x="3409726" y="9093"/>
                  <a:pt x="3696005" y="0"/>
                </a:cubicBezTo>
                <a:cubicBezTo>
                  <a:pt x="3982284" y="-9093"/>
                  <a:pt x="4087272" y="27119"/>
                  <a:pt x="4469282" y="0"/>
                </a:cubicBezTo>
                <a:cubicBezTo>
                  <a:pt x="4851292" y="-27119"/>
                  <a:pt x="4924835" y="26473"/>
                  <a:pt x="5183581" y="0"/>
                </a:cubicBezTo>
                <a:cubicBezTo>
                  <a:pt x="5442327" y="-26473"/>
                  <a:pt x="5598463" y="7328"/>
                  <a:pt x="5897880" y="0"/>
                </a:cubicBezTo>
                <a:cubicBezTo>
                  <a:pt x="5898259" y="7355"/>
                  <a:pt x="5898164" y="10249"/>
                  <a:pt x="5897880" y="18288"/>
                </a:cubicBezTo>
                <a:cubicBezTo>
                  <a:pt x="5682742" y="31268"/>
                  <a:pt x="5520014" y="14700"/>
                  <a:pt x="5419496" y="18288"/>
                </a:cubicBezTo>
                <a:cubicBezTo>
                  <a:pt x="5318978" y="21876"/>
                  <a:pt x="5012864" y="-2446"/>
                  <a:pt x="4882134" y="18288"/>
                </a:cubicBezTo>
                <a:cubicBezTo>
                  <a:pt x="4751404" y="39022"/>
                  <a:pt x="4313676" y="-3937"/>
                  <a:pt x="4167835" y="18288"/>
                </a:cubicBezTo>
                <a:cubicBezTo>
                  <a:pt x="4021994" y="40513"/>
                  <a:pt x="3715729" y="50049"/>
                  <a:pt x="3394558" y="18288"/>
                </a:cubicBezTo>
                <a:cubicBezTo>
                  <a:pt x="3073387" y="-13473"/>
                  <a:pt x="3093227" y="29828"/>
                  <a:pt x="2798216" y="18288"/>
                </a:cubicBezTo>
                <a:cubicBezTo>
                  <a:pt x="2503205" y="6748"/>
                  <a:pt x="2297615" y="22459"/>
                  <a:pt x="2024939" y="18288"/>
                </a:cubicBezTo>
                <a:cubicBezTo>
                  <a:pt x="1752263" y="14117"/>
                  <a:pt x="1629814" y="-5485"/>
                  <a:pt x="1487576" y="18288"/>
                </a:cubicBezTo>
                <a:cubicBezTo>
                  <a:pt x="1345338" y="42061"/>
                  <a:pt x="1238885" y="15810"/>
                  <a:pt x="1009193" y="18288"/>
                </a:cubicBezTo>
                <a:cubicBezTo>
                  <a:pt x="779501" y="20766"/>
                  <a:pt x="441829" y="-24679"/>
                  <a:pt x="0" y="18288"/>
                </a:cubicBezTo>
                <a:cubicBezTo>
                  <a:pt x="-384" y="12702"/>
                  <a:pt x="-513" y="4636"/>
                  <a:pt x="0" y="0"/>
                </a:cubicBezTo>
                <a:close/>
              </a:path>
              <a:path w="5897880" h="18288" stroke="0" extrusionOk="0">
                <a:moveTo>
                  <a:pt x="0" y="0"/>
                </a:moveTo>
                <a:cubicBezTo>
                  <a:pt x="196299" y="-26676"/>
                  <a:pt x="463834" y="6738"/>
                  <a:pt x="596341" y="0"/>
                </a:cubicBezTo>
                <a:cubicBezTo>
                  <a:pt x="728848" y="-6738"/>
                  <a:pt x="857267" y="1845"/>
                  <a:pt x="1074725" y="0"/>
                </a:cubicBezTo>
                <a:cubicBezTo>
                  <a:pt x="1292183" y="-1845"/>
                  <a:pt x="1545672" y="3744"/>
                  <a:pt x="1848002" y="0"/>
                </a:cubicBezTo>
                <a:cubicBezTo>
                  <a:pt x="2150332" y="-3744"/>
                  <a:pt x="2306688" y="-14526"/>
                  <a:pt x="2444344" y="0"/>
                </a:cubicBezTo>
                <a:cubicBezTo>
                  <a:pt x="2582000" y="14526"/>
                  <a:pt x="2761095" y="-11862"/>
                  <a:pt x="3040685" y="0"/>
                </a:cubicBezTo>
                <a:cubicBezTo>
                  <a:pt x="3320275" y="11862"/>
                  <a:pt x="3622320" y="-32867"/>
                  <a:pt x="3813962" y="0"/>
                </a:cubicBezTo>
                <a:cubicBezTo>
                  <a:pt x="4005604" y="32867"/>
                  <a:pt x="4117810" y="-10778"/>
                  <a:pt x="4351325" y="0"/>
                </a:cubicBezTo>
                <a:cubicBezTo>
                  <a:pt x="4584840" y="10778"/>
                  <a:pt x="4963783" y="-32384"/>
                  <a:pt x="5124602" y="0"/>
                </a:cubicBezTo>
                <a:cubicBezTo>
                  <a:pt x="5285421" y="32384"/>
                  <a:pt x="5705238" y="-29538"/>
                  <a:pt x="5897880" y="0"/>
                </a:cubicBezTo>
                <a:cubicBezTo>
                  <a:pt x="5898220" y="5688"/>
                  <a:pt x="5897711" y="13142"/>
                  <a:pt x="5897880" y="18288"/>
                </a:cubicBezTo>
                <a:cubicBezTo>
                  <a:pt x="5630425" y="-1425"/>
                  <a:pt x="5532865" y="12244"/>
                  <a:pt x="5242560" y="18288"/>
                </a:cubicBezTo>
                <a:cubicBezTo>
                  <a:pt x="4952255" y="24332"/>
                  <a:pt x="4783060" y="5748"/>
                  <a:pt x="4646219" y="18288"/>
                </a:cubicBezTo>
                <a:cubicBezTo>
                  <a:pt x="4509378" y="30828"/>
                  <a:pt x="4163771" y="-13995"/>
                  <a:pt x="3872941" y="18288"/>
                </a:cubicBezTo>
                <a:cubicBezTo>
                  <a:pt x="3582111" y="50571"/>
                  <a:pt x="3362704" y="-1402"/>
                  <a:pt x="3099664" y="18288"/>
                </a:cubicBezTo>
                <a:cubicBezTo>
                  <a:pt x="2836624" y="37978"/>
                  <a:pt x="2747441" y="19657"/>
                  <a:pt x="2562301" y="18288"/>
                </a:cubicBezTo>
                <a:cubicBezTo>
                  <a:pt x="2377161" y="16919"/>
                  <a:pt x="2104946" y="21735"/>
                  <a:pt x="1906981" y="18288"/>
                </a:cubicBezTo>
                <a:cubicBezTo>
                  <a:pt x="1709016" y="14841"/>
                  <a:pt x="1304654" y="-2323"/>
                  <a:pt x="1133704" y="18288"/>
                </a:cubicBezTo>
                <a:cubicBezTo>
                  <a:pt x="962754" y="38899"/>
                  <a:pt x="457048" y="2985"/>
                  <a:pt x="0" y="18288"/>
                </a:cubicBezTo>
                <a:cubicBezTo>
                  <a:pt x="-478" y="10520"/>
                  <a:pt x="210" y="50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sketch line 2">
            <a:extLst>
              <a:ext uri="{FF2B5EF4-FFF2-40B4-BE49-F238E27FC236}">
                <a16:creationId xmlns:a16="http://schemas.microsoft.com/office/drawing/2014/main" id="{8FFD9892-EDE5-4886-A313-66099DA8C8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0653" y="5626353"/>
            <a:ext cx="3479619" cy="18288"/>
          </a:xfrm>
          <a:custGeom>
            <a:avLst/>
            <a:gdLst>
              <a:gd name="csX0" fmla="*/ 0 w 3479619"/>
              <a:gd name="csY0" fmla="*/ 0 h 18288"/>
              <a:gd name="csX1" fmla="*/ 661128 w 3479619"/>
              <a:gd name="csY1" fmla="*/ 0 h 18288"/>
              <a:gd name="csX2" fmla="*/ 1357051 w 3479619"/>
              <a:gd name="csY2" fmla="*/ 0 h 18288"/>
              <a:gd name="csX3" fmla="*/ 2087771 w 3479619"/>
              <a:gd name="csY3" fmla="*/ 0 h 18288"/>
              <a:gd name="csX4" fmla="*/ 2818491 w 3479619"/>
              <a:gd name="csY4" fmla="*/ 0 h 18288"/>
              <a:gd name="csX5" fmla="*/ 3479619 w 3479619"/>
              <a:gd name="csY5" fmla="*/ 0 h 18288"/>
              <a:gd name="csX6" fmla="*/ 3479619 w 3479619"/>
              <a:gd name="csY6" fmla="*/ 18288 h 18288"/>
              <a:gd name="csX7" fmla="*/ 2714103 w 3479619"/>
              <a:gd name="csY7" fmla="*/ 18288 h 18288"/>
              <a:gd name="csX8" fmla="*/ 1948587 w 3479619"/>
              <a:gd name="csY8" fmla="*/ 18288 h 18288"/>
              <a:gd name="csX9" fmla="*/ 1252663 w 3479619"/>
              <a:gd name="csY9" fmla="*/ 18288 h 18288"/>
              <a:gd name="csX10" fmla="*/ 0 w 3479619"/>
              <a:gd name="csY10" fmla="*/ 18288 h 18288"/>
              <a:gd name="csX11" fmla="*/ 0 w 3479619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479619" h="18288" fill="none" extrusionOk="0">
                <a:moveTo>
                  <a:pt x="0" y="0"/>
                </a:moveTo>
                <a:cubicBezTo>
                  <a:pt x="178395" y="-3637"/>
                  <a:pt x="368619" y="-28254"/>
                  <a:pt x="661128" y="0"/>
                </a:cubicBezTo>
                <a:cubicBezTo>
                  <a:pt x="953637" y="28254"/>
                  <a:pt x="1022982" y="-4416"/>
                  <a:pt x="1357051" y="0"/>
                </a:cubicBezTo>
                <a:cubicBezTo>
                  <a:pt x="1691120" y="4416"/>
                  <a:pt x="1729558" y="27777"/>
                  <a:pt x="2087771" y="0"/>
                </a:cubicBezTo>
                <a:cubicBezTo>
                  <a:pt x="2445984" y="-27777"/>
                  <a:pt x="2592094" y="4429"/>
                  <a:pt x="2818491" y="0"/>
                </a:cubicBezTo>
                <a:cubicBezTo>
                  <a:pt x="3044888" y="-4429"/>
                  <a:pt x="3204567" y="26471"/>
                  <a:pt x="3479619" y="0"/>
                </a:cubicBezTo>
                <a:cubicBezTo>
                  <a:pt x="3478910" y="8157"/>
                  <a:pt x="3479206" y="12125"/>
                  <a:pt x="3479619" y="18288"/>
                </a:cubicBezTo>
                <a:cubicBezTo>
                  <a:pt x="3315855" y="-2963"/>
                  <a:pt x="3094885" y="26965"/>
                  <a:pt x="2714103" y="18288"/>
                </a:cubicBezTo>
                <a:cubicBezTo>
                  <a:pt x="2333321" y="9611"/>
                  <a:pt x="2260528" y="-15335"/>
                  <a:pt x="1948587" y="18288"/>
                </a:cubicBezTo>
                <a:cubicBezTo>
                  <a:pt x="1636646" y="51911"/>
                  <a:pt x="1489816" y="46369"/>
                  <a:pt x="1252663" y="18288"/>
                </a:cubicBezTo>
                <a:cubicBezTo>
                  <a:pt x="1015510" y="-9793"/>
                  <a:pt x="519812" y="-12177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479619" h="18288" stroke="0" extrusionOk="0">
                <a:moveTo>
                  <a:pt x="0" y="0"/>
                </a:moveTo>
                <a:cubicBezTo>
                  <a:pt x="326045" y="25020"/>
                  <a:pt x="425411" y="-17676"/>
                  <a:pt x="661128" y="0"/>
                </a:cubicBezTo>
                <a:cubicBezTo>
                  <a:pt x="896845" y="17676"/>
                  <a:pt x="1124825" y="1478"/>
                  <a:pt x="1252663" y="0"/>
                </a:cubicBezTo>
                <a:cubicBezTo>
                  <a:pt x="1380502" y="-1478"/>
                  <a:pt x="1694914" y="11788"/>
                  <a:pt x="2018179" y="0"/>
                </a:cubicBezTo>
                <a:cubicBezTo>
                  <a:pt x="2341444" y="-11788"/>
                  <a:pt x="2451167" y="12596"/>
                  <a:pt x="2679307" y="0"/>
                </a:cubicBezTo>
                <a:cubicBezTo>
                  <a:pt x="2907447" y="-12596"/>
                  <a:pt x="3094555" y="23821"/>
                  <a:pt x="3479619" y="0"/>
                </a:cubicBezTo>
                <a:cubicBezTo>
                  <a:pt x="3479355" y="4493"/>
                  <a:pt x="3480003" y="9472"/>
                  <a:pt x="3479619" y="18288"/>
                </a:cubicBezTo>
                <a:cubicBezTo>
                  <a:pt x="3311729" y="36782"/>
                  <a:pt x="3015946" y="7938"/>
                  <a:pt x="2783695" y="18288"/>
                </a:cubicBezTo>
                <a:cubicBezTo>
                  <a:pt x="2551444" y="28638"/>
                  <a:pt x="2398767" y="-13940"/>
                  <a:pt x="2018179" y="18288"/>
                </a:cubicBezTo>
                <a:cubicBezTo>
                  <a:pt x="1637591" y="50516"/>
                  <a:pt x="1634873" y="-6356"/>
                  <a:pt x="1426644" y="18288"/>
                </a:cubicBezTo>
                <a:cubicBezTo>
                  <a:pt x="1218415" y="42932"/>
                  <a:pt x="1006973" y="4094"/>
                  <a:pt x="730720" y="18288"/>
                </a:cubicBezTo>
                <a:cubicBezTo>
                  <a:pt x="454467" y="32482"/>
                  <a:pt x="291313" y="3910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024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14847-AE8D-90C9-8736-98E0B0194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Tabel Of Contents</a:t>
            </a:r>
            <a:endParaRPr lang="en-A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6D2C6D-1E33-3C81-E006-5EC7ED9AE1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Members</a:t>
            </a:r>
          </a:p>
          <a:p>
            <a:r>
              <a:rPr lang="en-GB" dirty="0"/>
              <a:t>Task</a:t>
            </a:r>
          </a:p>
          <a:p>
            <a:r>
              <a:rPr lang="en-GB" dirty="0"/>
              <a:t>Dataset</a:t>
            </a:r>
          </a:p>
          <a:p>
            <a:r>
              <a:rPr lang="en-GB" dirty="0"/>
              <a:t>Preprocessing</a:t>
            </a:r>
          </a:p>
          <a:p>
            <a:r>
              <a:rPr lang="en-GB" dirty="0"/>
              <a:t>Training</a:t>
            </a:r>
          </a:p>
          <a:p>
            <a:r>
              <a:rPr lang="en-GB" dirty="0"/>
              <a:t>Evaluations / Statistics</a:t>
            </a:r>
          </a:p>
          <a:p>
            <a:r>
              <a:rPr lang="en-GB" dirty="0"/>
              <a:t>Result / Visualizations</a:t>
            </a:r>
            <a:endParaRPr lang="en-AT" dirty="0"/>
          </a:p>
        </p:txBody>
      </p:sp>
    </p:spTree>
    <p:extLst>
      <p:ext uri="{BB962C8B-B14F-4D97-AF65-F5344CB8AC3E}">
        <p14:creationId xmlns:p14="http://schemas.microsoft.com/office/powerpoint/2010/main" val="39055314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Yellow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9214458EF7BD3048BEB71791FF1FFB03" ma:contentTypeVersion="11" ma:contentTypeDescription="Ein neues Dokument erstellen." ma:contentTypeScope="" ma:versionID="29c97144edcbb71b9e6f3652f68628c1">
  <xsd:schema xmlns:xsd="http://www.w3.org/2001/XMLSchema" xmlns:xs="http://www.w3.org/2001/XMLSchema" xmlns:p="http://schemas.microsoft.com/office/2006/metadata/properties" xmlns:ns3="12c9e71c-1a25-473c-9bae-02ec0a5e4ef8" targetNamespace="http://schemas.microsoft.com/office/2006/metadata/properties" ma:root="true" ma:fieldsID="84b56bd0a2c30745eab2e9a18d4291b9" ns3:_="">
    <xsd:import namespace="12c9e71c-1a25-473c-9bae-02ec0a5e4ef8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c9e71c-1a25-473c-9bae-02ec0a5e4ef8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2c9e71c-1a25-473c-9bae-02ec0a5e4ef8" xsi:nil="true"/>
  </documentManagement>
</p:properties>
</file>

<file path=customXml/itemProps1.xml><?xml version="1.0" encoding="utf-8"?>
<ds:datastoreItem xmlns:ds="http://schemas.openxmlformats.org/officeDocument/2006/customXml" ds:itemID="{933B0583-F9AB-4319-812C-6227E6A558F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2c9e71c-1a25-473c-9bae-02ec0a5e4ef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064AC1E-F169-4309-81DE-03658C678CC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E5237FB-BD30-4630-8488-9496898593D5}">
  <ds:schemaRefs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http://purl.org/dc/terms/"/>
    <ds:schemaRef ds:uri="http://schemas.microsoft.com/office/2006/metadata/properties"/>
    <ds:schemaRef ds:uri="http://schemas.microsoft.com/office/infopath/2007/PartnerControls"/>
    <ds:schemaRef ds:uri="12c9e71c-1a25-473c-9bae-02ec0a5e4ef8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667</Words>
  <Application>Microsoft Office PowerPoint</Application>
  <PresentationFormat>Widescreen</PresentationFormat>
  <Paragraphs>155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Aptos</vt:lpstr>
      <vt:lpstr>Aptos Display</vt:lpstr>
      <vt:lpstr>Arial</vt:lpstr>
      <vt:lpstr>Courier New</vt:lpstr>
      <vt:lpstr>Wingdings</vt:lpstr>
      <vt:lpstr>Office Theme</vt:lpstr>
      <vt:lpstr>Project Presentation</vt:lpstr>
      <vt:lpstr>Members of FLYING HIRSCH</vt:lpstr>
      <vt:lpstr>Task</vt:lpstr>
      <vt:lpstr>Approach - Overview</vt:lpstr>
      <vt:lpstr>Dataset - ALFS</vt:lpstr>
      <vt:lpstr>Dataset: Matched Frames Subset of the BAMBI UAV Wildlife Dataset</vt:lpstr>
      <vt:lpstr>Explore Dataset</vt:lpstr>
      <vt:lpstr>Approach - Overview</vt:lpstr>
      <vt:lpstr>Data Preprocessing &amp; Annotation</vt:lpstr>
      <vt:lpstr>Data Preprocessing &amp; Annotation</vt:lpstr>
      <vt:lpstr>Approach - Overview</vt:lpstr>
      <vt:lpstr>Approach - Overview</vt:lpstr>
      <vt:lpstr>Train Object detection</vt:lpstr>
      <vt:lpstr>TRAINING APPROACHES</vt:lpstr>
      <vt:lpstr>Approach - Overview</vt:lpstr>
      <vt:lpstr>Train Object Tracking</vt:lpstr>
      <vt:lpstr>Approach - Overview</vt:lpstr>
      <vt:lpstr>Evaluate Model and create Statistics</vt:lpstr>
      <vt:lpstr>Approach - Overview</vt:lpstr>
      <vt:lpstr>Visualize Result</vt:lpstr>
      <vt:lpstr>HELPER SLIDES:</vt:lpstr>
      <vt:lpstr>Thank you for your attention!</vt:lpstr>
      <vt:lpstr>Tabel Of Contents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Lorenz Schlosser</dc:creator>
  <cp:lastModifiedBy>Ortner Karim - s2410929022</cp:lastModifiedBy>
  <cp:revision>5</cp:revision>
  <dcterms:created xsi:type="dcterms:W3CDTF">2026-06-11T21:38:27Z</dcterms:created>
  <dcterms:modified xsi:type="dcterms:W3CDTF">2026-06-14T18:54:57Z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0x0101009214458EF7BD3048BEB71791FF1FFB03</vt:lpwstr>
  </property>
</Properties>
</file>