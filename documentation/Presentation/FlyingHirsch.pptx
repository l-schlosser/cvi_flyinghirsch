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3A08E-265B-8125-80DC-5665BCF8B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184-15E0-7921-BCCE-B9AE334BD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E700B-A808-C162-DCB9-4F3C39FD6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BEB94-0B08-AF06-F20A-DDE7B7A55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6C730C-1664-8936-6ECC-75CB75406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34312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81EBE-C273-579C-BA58-24C87EB4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CD9DD-89FF-01C2-CBB8-C1018D076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C7BAD-3556-05A3-BB30-1517A5501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B8C00-95CF-FD90-9D8D-8F0CF6CBB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4B199-D5C6-D1B7-6775-F62D95DAC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494881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52F67-AA4B-1ED9-942E-EF24FFBD9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625E6-A8B7-D895-19F8-17C2A2686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0A9F2-C9E4-2014-A1D2-A4E9010B6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C0C32-3096-AC9B-C154-1C4851E54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C4F93-6CA6-6B5F-F591-CC5F2685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4253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79198-ED1A-0C9C-AF69-8524E68F3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249CF-B768-82CE-270A-918F44FAC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E37759-F495-F954-B690-9E6C69C3E6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637F7-FA97-0A06-105B-B2A8CB85A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B9FE5D-54BD-B18A-E424-E354C4D16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99865-4F89-A0F2-E48E-417139F2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28732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7BD35-8486-ABBA-297D-7FA6689AF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ED3A8-7C28-940D-A30D-B7C3274B0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8B7584-0E50-671E-EC6F-796546E7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F5E587-32F9-0216-9B33-3681967EB4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9B9760-4313-DE82-7D2D-749C460B91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2C310B-A1E3-FD0B-F368-0001A0BD0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16A5BE-9A52-08DE-5E67-E79740793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67BC10-E52E-CE74-DFB0-08C13A48F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15259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8244C-1C3F-2B07-6E7F-203305670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B1755F-AAB3-ED97-D38D-BD16C92B0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5E30BC-928E-F490-0D1A-BA5B69124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BAD5F5-25F4-0B73-4B9D-797707659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41858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C9153E-7C4E-689C-5C5E-86A410478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1FAEE-4544-6B00-C6EE-D25D90DA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C378E-3001-6D24-0744-BBB6FFAA9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403348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4853-FC23-3034-AF3C-7E0C51D2D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80AE5-F869-EB0C-C832-36760FF7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A0D89-0203-EE64-98CE-F3A9CAEF9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C9F87-2BF6-4943-8AE2-7636E26B9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80A7D6-A795-DC56-9CDA-662C74C44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974ACE-0CFB-9287-6B0F-2CA408B63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19865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6045B-F213-F0C0-2F6B-B375FF823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AE4EC6-4C18-F99F-51A0-CE91E5B9F0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8D9094-6EBA-B32E-D517-A796B6E88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4B23D1-93A5-17AB-1E05-C27D3B124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6BAB6C-193E-039A-9233-8AE55A8DE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C29B2C-DFDE-F736-EE0E-1A9E6B058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2319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66994-A467-2EB5-DF3C-3D788A034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72EAB-5477-C141-CAD1-09F9691D0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B8C38-3865-15AA-0AB1-761C624D5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142AC-F8EE-CC7B-50DE-0CF50ED8F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3D959-DE37-61BF-7D6C-51AC7DB97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8821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7EAEA0-CAC0-563E-DEFB-9D7CB9C4DE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1DF77-D018-C9EF-4C3F-C3F4B38A6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526C7-1E23-EE39-73EF-413D71D01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B4420-7324-5C1D-53FD-A4C516B1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DB2F7-A1D6-C160-6B6A-B612EFBE6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41754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4632C6-0709-B951-D72F-246129414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91CDF2-6C5F-2F18-CE60-E0A668DF9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20A44-E186-9392-D4CA-A1EBFC3195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9F41C6-9024-4081-B6C1-2C4F6E757048}" type="datetimeFigureOut">
              <a:rPr lang="en-AT" smtClean="0"/>
              <a:t>11/06/2026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5C39-40EC-BA78-3670-4EA71F36C6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9BFAE-03C8-93A9-A3B5-56DF795281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80CF9B-12A4-4100-8FF3-33435D01FA7F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36600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86177-5519-D776-FA77-082496125F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71F-4C0B-C260-050D-CECE15D24B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230390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05685-11F6-DD44-99B0-98638908B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APPROACHES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EBD65-9272-A23A-DA13-D500E247C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Take the </a:t>
            </a:r>
            <a:r>
              <a:rPr lang="en-GB" dirty="0" err="1"/>
              <a:t>unpreprozessed</a:t>
            </a:r>
            <a:r>
              <a:rPr lang="en-GB" dirty="0"/>
              <a:t> 6gig dataset -&gt; MAP: 2%</a:t>
            </a:r>
          </a:p>
          <a:p>
            <a:r>
              <a:rPr lang="en-GB" dirty="0"/>
              <a:t>Preprocess and take yolo26 Model -&gt;3,5 %</a:t>
            </a:r>
          </a:p>
          <a:p>
            <a:r>
              <a:rPr lang="en-GB" dirty="0"/>
              <a:t>Remove blurry images -&gt; 6 %</a:t>
            </a:r>
          </a:p>
          <a:p>
            <a:r>
              <a:rPr lang="en-GB" dirty="0"/>
              <a:t>Only take classes with enough data (8 classes) -&gt; 8%</a:t>
            </a:r>
          </a:p>
          <a:p>
            <a:r>
              <a:rPr lang="en-GB" dirty="0"/>
              <a:t>Only take </a:t>
            </a:r>
            <a:r>
              <a:rPr lang="en-GB"/>
              <a:t>1 class (animal or no animal) -&gt; 35%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330510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TRAINING APPROACHES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Lorenz Schlosser</dc:creator>
  <cp:lastModifiedBy>Lorenz Schlosser</cp:lastModifiedBy>
  <cp:revision>1</cp:revision>
  <dcterms:created xsi:type="dcterms:W3CDTF">2026-06-11T21:38:27Z</dcterms:created>
  <dcterms:modified xsi:type="dcterms:W3CDTF">2026-06-11T21:38:50Z</dcterms:modified>
</cp:coreProperties>
</file>